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75" r:id="rId2"/>
    <p:sldId id="368" r:id="rId3"/>
    <p:sldId id="329" r:id="rId4"/>
    <p:sldId id="381" r:id="rId5"/>
    <p:sldId id="380" r:id="rId6"/>
    <p:sldId id="357" r:id="rId7"/>
    <p:sldId id="365" r:id="rId8"/>
    <p:sldId id="344" r:id="rId9"/>
    <p:sldId id="387" r:id="rId10"/>
    <p:sldId id="354" r:id="rId11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B18A2C"/>
    <a:srgbClr val="616A78"/>
    <a:srgbClr val="D87C1B"/>
    <a:srgbClr val="000000"/>
    <a:srgbClr val="1D7CB8"/>
    <a:srgbClr val="1D7CB9"/>
    <a:srgbClr val="626A78"/>
    <a:srgbClr val="B18B2C"/>
    <a:srgbClr val="DA7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46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5AC88F-5BC2-4ADC-B3B3-126023777157}" type="doc">
      <dgm:prSet loTypeId="urn:microsoft.com/office/officeart/2005/8/layout/StepDown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CR"/>
        </a:p>
      </dgm:t>
    </dgm:pt>
    <dgm:pt modelId="{80858080-8138-473F-83C2-FBB66963D323}">
      <dgm:prSet phldrT="[Texto]" phldr="0"/>
      <dgm:spPr/>
      <dgm:t>
        <a:bodyPr/>
        <a:lstStyle/>
        <a:p>
          <a:r>
            <a:rPr lang="es-MX" dirty="0"/>
            <a:t>Ajuste del modelo con interacción </a:t>
          </a:r>
          <a:endParaRPr lang="es-CR" dirty="0"/>
        </a:p>
      </dgm:t>
    </dgm:pt>
    <dgm:pt modelId="{99A512DF-681C-49E7-8B41-96DE68E15A38}" type="parTrans" cxnId="{45C1272D-6632-424C-B3DE-CB08E53AB170}">
      <dgm:prSet/>
      <dgm:spPr/>
      <dgm:t>
        <a:bodyPr/>
        <a:lstStyle/>
        <a:p>
          <a:endParaRPr lang="es-CR"/>
        </a:p>
      </dgm:t>
    </dgm:pt>
    <dgm:pt modelId="{C165DDA3-8FEE-4B18-BB27-5D3AB7ABF43A}" type="sibTrans" cxnId="{45C1272D-6632-424C-B3DE-CB08E53AB170}">
      <dgm:prSet/>
      <dgm:spPr/>
      <dgm:t>
        <a:bodyPr/>
        <a:lstStyle/>
        <a:p>
          <a:endParaRPr lang="es-CR"/>
        </a:p>
      </dgm:t>
    </dgm:pt>
    <dgm:pt modelId="{CBAF67A3-8024-40D1-882B-0497049D9B5A}">
      <dgm:prSet phldrT="[Texto]" phldr="0"/>
      <dgm:spPr/>
      <dgm:t>
        <a:bodyPr/>
        <a:lstStyle/>
        <a:p>
          <a:r>
            <a:rPr lang="es-MX" dirty="0"/>
            <a:t>Comprobación de supuestos </a:t>
          </a:r>
          <a:endParaRPr lang="es-CR" dirty="0"/>
        </a:p>
      </dgm:t>
    </dgm:pt>
    <dgm:pt modelId="{261E4F6D-720F-4A6B-AECB-6989E596FBD4}" type="parTrans" cxnId="{813FC525-086D-4D8D-87E8-BC55989910E4}">
      <dgm:prSet/>
      <dgm:spPr/>
      <dgm:t>
        <a:bodyPr/>
        <a:lstStyle/>
        <a:p>
          <a:endParaRPr lang="es-CR"/>
        </a:p>
      </dgm:t>
    </dgm:pt>
    <dgm:pt modelId="{2EFE7E0A-3061-4F5A-B803-1A3D6B0E0659}" type="sibTrans" cxnId="{813FC525-086D-4D8D-87E8-BC55989910E4}">
      <dgm:prSet/>
      <dgm:spPr/>
      <dgm:t>
        <a:bodyPr/>
        <a:lstStyle/>
        <a:p>
          <a:endParaRPr lang="es-CR"/>
        </a:p>
      </dgm:t>
    </dgm:pt>
    <dgm:pt modelId="{109DE2A7-30CF-42B3-9A10-905110FB4040}">
      <dgm:prSet phldrT="[Texto]" phldr="0"/>
      <dgm:spPr/>
      <dgm:t>
        <a:bodyPr/>
        <a:lstStyle/>
        <a:p>
          <a:r>
            <a:rPr lang="es-MX" dirty="0"/>
            <a:t>Ajuste del modelo sin interacción </a:t>
          </a:r>
          <a:endParaRPr lang="es-CR" dirty="0"/>
        </a:p>
      </dgm:t>
    </dgm:pt>
    <dgm:pt modelId="{B9C350AC-7752-4174-ADA9-0CC30815B6C0}" type="parTrans" cxnId="{0330DCE3-23FA-43AE-8164-A15F42CE464E}">
      <dgm:prSet/>
      <dgm:spPr/>
      <dgm:t>
        <a:bodyPr/>
        <a:lstStyle/>
        <a:p>
          <a:endParaRPr lang="es-CR"/>
        </a:p>
      </dgm:t>
    </dgm:pt>
    <dgm:pt modelId="{F0F81A3A-87DA-449D-AE71-F45F633651AA}" type="sibTrans" cxnId="{0330DCE3-23FA-43AE-8164-A15F42CE464E}">
      <dgm:prSet/>
      <dgm:spPr/>
      <dgm:t>
        <a:bodyPr/>
        <a:lstStyle/>
        <a:p>
          <a:endParaRPr lang="es-CR"/>
        </a:p>
      </dgm:t>
    </dgm:pt>
    <dgm:pt modelId="{582F5D92-6621-4843-ABEB-13817C3C5EE6}">
      <dgm:prSet phldrT="[Texto]" phldr="0"/>
      <dgm:spPr/>
      <dgm:t>
        <a:bodyPr/>
        <a:lstStyle/>
        <a:p>
          <a:r>
            <a:rPr lang="es-MX" dirty="0"/>
            <a:t>Comprobación de supuestos </a:t>
          </a:r>
          <a:endParaRPr lang="es-CR" dirty="0"/>
        </a:p>
      </dgm:t>
    </dgm:pt>
    <dgm:pt modelId="{CBF83340-38E3-446F-87FA-7CC4306DA1F1}" type="parTrans" cxnId="{0C55FE68-DC84-4FE1-892F-BAC56A8DE140}">
      <dgm:prSet/>
      <dgm:spPr/>
      <dgm:t>
        <a:bodyPr/>
        <a:lstStyle/>
        <a:p>
          <a:endParaRPr lang="es-CR"/>
        </a:p>
      </dgm:t>
    </dgm:pt>
    <dgm:pt modelId="{5639E828-03AF-4EFE-A276-DE8C5A943894}" type="sibTrans" cxnId="{0C55FE68-DC84-4FE1-892F-BAC56A8DE140}">
      <dgm:prSet/>
      <dgm:spPr/>
      <dgm:t>
        <a:bodyPr/>
        <a:lstStyle/>
        <a:p>
          <a:endParaRPr lang="es-CR"/>
        </a:p>
      </dgm:t>
    </dgm:pt>
    <dgm:pt modelId="{BC073CA2-58A5-4A08-A93A-61AB7AA7ABB7}">
      <dgm:prSet phldrT="[Texto]" phldr="0"/>
      <dgm:spPr/>
      <dgm:t>
        <a:bodyPr/>
        <a:lstStyle/>
        <a:p>
          <a:r>
            <a:rPr lang="es-MX" dirty="0"/>
            <a:t>Análisis de varianza </a:t>
          </a:r>
          <a:endParaRPr lang="es-CR" dirty="0"/>
        </a:p>
      </dgm:t>
    </dgm:pt>
    <dgm:pt modelId="{3EED2CE1-AD24-4DCD-BA0D-644819C20C11}" type="parTrans" cxnId="{7391D257-0988-43D0-843C-60D7B171D0CC}">
      <dgm:prSet/>
      <dgm:spPr/>
      <dgm:t>
        <a:bodyPr/>
        <a:lstStyle/>
        <a:p>
          <a:endParaRPr lang="es-CR"/>
        </a:p>
      </dgm:t>
    </dgm:pt>
    <dgm:pt modelId="{BBFBF6C2-B7E0-4207-A77B-51123B0D02FA}" type="sibTrans" cxnId="{7391D257-0988-43D0-843C-60D7B171D0CC}">
      <dgm:prSet/>
      <dgm:spPr/>
      <dgm:t>
        <a:bodyPr/>
        <a:lstStyle/>
        <a:p>
          <a:endParaRPr lang="es-CR"/>
        </a:p>
      </dgm:t>
    </dgm:pt>
    <dgm:pt modelId="{ADC8D588-73B3-4D60-AD83-90956DCDB090}">
      <dgm:prSet phldrT="[Texto]" phldr="0"/>
      <dgm:spPr/>
      <dgm:t>
        <a:bodyPr/>
        <a:lstStyle/>
        <a:p>
          <a:r>
            <a:rPr lang="es-MX" dirty="0"/>
            <a:t>Comprobación de la potencia y eficiencia relativa </a:t>
          </a:r>
          <a:endParaRPr lang="es-CR" dirty="0"/>
        </a:p>
      </dgm:t>
    </dgm:pt>
    <dgm:pt modelId="{7B167916-7444-4D3E-9F71-54F2995D616A}" type="parTrans" cxnId="{AD94975F-59C9-4D06-A57A-E953635691E0}">
      <dgm:prSet/>
      <dgm:spPr/>
      <dgm:t>
        <a:bodyPr/>
        <a:lstStyle/>
        <a:p>
          <a:endParaRPr lang="es-CR"/>
        </a:p>
      </dgm:t>
    </dgm:pt>
    <dgm:pt modelId="{677D1B89-794A-4E5F-A681-A8733C7EDB5C}" type="sibTrans" cxnId="{AD94975F-59C9-4D06-A57A-E953635691E0}">
      <dgm:prSet/>
      <dgm:spPr/>
      <dgm:t>
        <a:bodyPr/>
        <a:lstStyle/>
        <a:p>
          <a:endParaRPr lang="es-CR"/>
        </a:p>
      </dgm:t>
    </dgm:pt>
    <dgm:pt modelId="{BDE07554-1A89-4CD7-AD27-8B001FB07FAC}" type="pres">
      <dgm:prSet presAssocID="{7A5AC88F-5BC2-4ADC-B3B3-126023777157}" presName="rootnode" presStyleCnt="0">
        <dgm:presLayoutVars>
          <dgm:chMax/>
          <dgm:chPref/>
          <dgm:dir/>
          <dgm:animLvl val="lvl"/>
        </dgm:presLayoutVars>
      </dgm:prSet>
      <dgm:spPr/>
    </dgm:pt>
    <dgm:pt modelId="{D4933D74-BBC2-43C2-9EE3-E67EE24F7D55}" type="pres">
      <dgm:prSet presAssocID="{80858080-8138-473F-83C2-FBB66963D323}" presName="composite" presStyleCnt="0"/>
      <dgm:spPr/>
    </dgm:pt>
    <dgm:pt modelId="{9C8198B7-FFC2-4A7D-99FB-F600BA8082E9}" type="pres">
      <dgm:prSet presAssocID="{80858080-8138-473F-83C2-FBB66963D323}" presName="bentUpArrow1" presStyleLbl="alignImgPlace1" presStyleIdx="0" presStyleCnt="2"/>
      <dgm:spPr/>
    </dgm:pt>
    <dgm:pt modelId="{055E8C1C-ECD7-47D8-9A5D-0B14FF241233}" type="pres">
      <dgm:prSet presAssocID="{80858080-8138-473F-83C2-FBB66963D323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A3054ACE-081D-4E3C-91DF-B1E94B8B9697}" type="pres">
      <dgm:prSet presAssocID="{80858080-8138-473F-83C2-FBB66963D323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7724AEDD-CD09-4A58-B1D8-93A1913CFF14}" type="pres">
      <dgm:prSet presAssocID="{C165DDA3-8FEE-4B18-BB27-5D3AB7ABF43A}" presName="sibTrans" presStyleCnt="0"/>
      <dgm:spPr/>
    </dgm:pt>
    <dgm:pt modelId="{E5773339-A2BB-4E59-8E74-3D4C91E1CBA3}" type="pres">
      <dgm:prSet presAssocID="{109DE2A7-30CF-42B3-9A10-905110FB4040}" presName="composite" presStyleCnt="0"/>
      <dgm:spPr/>
    </dgm:pt>
    <dgm:pt modelId="{5B8D90EF-8DE0-44E6-8BCE-6C65028FF156}" type="pres">
      <dgm:prSet presAssocID="{109DE2A7-30CF-42B3-9A10-905110FB4040}" presName="bentUpArrow1" presStyleLbl="alignImgPlace1" presStyleIdx="1" presStyleCnt="2"/>
      <dgm:spPr/>
    </dgm:pt>
    <dgm:pt modelId="{5156BE3E-6673-4AE0-9383-EB609738DFF8}" type="pres">
      <dgm:prSet presAssocID="{109DE2A7-30CF-42B3-9A10-905110FB4040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4CEBCCBF-0DD1-47C3-87E6-EA47C6C4E47B}" type="pres">
      <dgm:prSet presAssocID="{109DE2A7-30CF-42B3-9A10-905110FB4040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5F3F9C46-2658-4BBD-9C22-E7BC52A64CFE}" type="pres">
      <dgm:prSet presAssocID="{F0F81A3A-87DA-449D-AE71-F45F633651AA}" presName="sibTrans" presStyleCnt="0"/>
      <dgm:spPr/>
    </dgm:pt>
    <dgm:pt modelId="{85928628-8C9E-43EC-B5A3-D43ACCE4DA4E}" type="pres">
      <dgm:prSet presAssocID="{BC073CA2-58A5-4A08-A93A-61AB7AA7ABB7}" presName="composite" presStyleCnt="0"/>
      <dgm:spPr/>
    </dgm:pt>
    <dgm:pt modelId="{D816A80B-CD67-4AA0-9AF4-1E17379DC69B}" type="pres">
      <dgm:prSet presAssocID="{BC073CA2-58A5-4A08-A93A-61AB7AA7ABB7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CA61FD4B-AF62-40AC-A495-56B6458916FB}" type="pres">
      <dgm:prSet presAssocID="{BC073CA2-58A5-4A08-A93A-61AB7AA7ABB7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6945BD07-2477-4852-BBAB-E09ED8BCE1B4}" type="presOf" srcId="{80858080-8138-473F-83C2-FBB66963D323}" destId="{055E8C1C-ECD7-47D8-9A5D-0B14FF241233}" srcOrd="0" destOrd="0" presId="urn:microsoft.com/office/officeart/2005/8/layout/StepDownProcess"/>
    <dgm:cxn modelId="{813FC525-086D-4D8D-87E8-BC55989910E4}" srcId="{80858080-8138-473F-83C2-FBB66963D323}" destId="{CBAF67A3-8024-40D1-882B-0497049D9B5A}" srcOrd="0" destOrd="0" parTransId="{261E4F6D-720F-4A6B-AECB-6989E596FBD4}" sibTransId="{2EFE7E0A-3061-4F5A-B803-1A3D6B0E0659}"/>
    <dgm:cxn modelId="{45C1272D-6632-424C-B3DE-CB08E53AB170}" srcId="{7A5AC88F-5BC2-4ADC-B3B3-126023777157}" destId="{80858080-8138-473F-83C2-FBB66963D323}" srcOrd="0" destOrd="0" parTransId="{99A512DF-681C-49E7-8B41-96DE68E15A38}" sibTransId="{C165DDA3-8FEE-4B18-BB27-5D3AB7ABF43A}"/>
    <dgm:cxn modelId="{AD94975F-59C9-4D06-A57A-E953635691E0}" srcId="{BC073CA2-58A5-4A08-A93A-61AB7AA7ABB7}" destId="{ADC8D588-73B3-4D60-AD83-90956DCDB090}" srcOrd="0" destOrd="0" parTransId="{7B167916-7444-4D3E-9F71-54F2995D616A}" sibTransId="{677D1B89-794A-4E5F-A681-A8733C7EDB5C}"/>
    <dgm:cxn modelId="{0C55FE68-DC84-4FE1-892F-BAC56A8DE140}" srcId="{109DE2A7-30CF-42B3-9A10-905110FB4040}" destId="{582F5D92-6621-4843-ABEB-13817C3C5EE6}" srcOrd="0" destOrd="0" parTransId="{CBF83340-38E3-446F-87FA-7CC4306DA1F1}" sibTransId="{5639E828-03AF-4EFE-A276-DE8C5A943894}"/>
    <dgm:cxn modelId="{7391D257-0988-43D0-843C-60D7B171D0CC}" srcId="{7A5AC88F-5BC2-4ADC-B3B3-126023777157}" destId="{BC073CA2-58A5-4A08-A93A-61AB7AA7ABB7}" srcOrd="2" destOrd="0" parTransId="{3EED2CE1-AD24-4DCD-BA0D-644819C20C11}" sibTransId="{BBFBF6C2-B7E0-4207-A77B-51123B0D02FA}"/>
    <dgm:cxn modelId="{75AA1D87-D2CB-4A9A-9896-8044832D5D13}" type="presOf" srcId="{582F5D92-6621-4843-ABEB-13817C3C5EE6}" destId="{4CEBCCBF-0DD1-47C3-87E6-EA47C6C4E47B}" srcOrd="0" destOrd="0" presId="urn:microsoft.com/office/officeart/2005/8/layout/StepDownProcess"/>
    <dgm:cxn modelId="{B1EED2AC-871D-4D94-AAA8-03A0DCA3CFDC}" type="presOf" srcId="{ADC8D588-73B3-4D60-AD83-90956DCDB090}" destId="{CA61FD4B-AF62-40AC-A495-56B6458916FB}" srcOrd="0" destOrd="0" presId="urn:microsoft.com/office/officeart/2005/8/layout/StepDownProcess"/>
    <dgm:cxn modelId="{94D570BE-137C-4AAE-90C6-AEA84768ADFE}" type="presOf" srcId="{CBAF67A3-8024-40D1-882B-0497049D9B5A}" destId="{A3054ACE-081D-4E3C-91DF-B1E94B8B9697}" srcOrd="0" destOrd="0" presId="urn:microsoft.com/office/officeart/2005/8/layout/StepDownProcess"/>
    <dgm:cxn modelId="{4E440FC4-9A52-4B87-A611-4FDD2E7CA93D}" type="presOf" srcId="{7A5AC88F-5BC2-4ADC-B3B3-126023777157}" destId="{BDE07554-1A89-4CD7-AD27-8B001FB07FAC}" srcOrd="0" destOrd="0" presId="urn:microsoft.com/office/officeart/2005/8/layout/StepDownProcess"/>
    <dgm:cxn modelId="{8A17CDCB-3DB6-448B-A03F-EEBAE9CEF8B1}" type="presOf" srcId="{BC073CA2-58A5-4A08-A93A-61AB7AA7ABB7}" destId="{D816A80B-CD67-4AA0-9AF4-1E17379DC69B}" srcOrd="0" destOrd="0" presId="urn:microsoft.com/office/officeart/2005/8/layout/StepDownProcess"/>
    <dgm:cxn modelId="{0330DCE3-23FA-43AE-8164-A15F42CE464E}" srcId="{7A5AC88F-5BC2-4ADC-B3B3-126023777157}" destId="{109DE2A7-30CF-42B3-9A10-905110FB4040}" srcOrd="1" destOrd="0" parTransId="{B9C350AC-7752-4174-ADA9-0CC30815B6C0}" sibTransId="{F0F81A3A-87DA-449D-AE71-F45F633651AA}"/>
    <dgm:cxn modelId="{89E987F0-1DE7-442C-8FE1-7EAC0258FDB8}" type="presOf" srcId="{109DE2A7-30CF-42B3-9A10-905110FB4040}" destId="{5156BE3E-6673-4AE0-9383-EB609738DFF8}" srcOrd="0" destOrd="0" presId="urn:microsoft.com/office/officeart/2005/8/layout/StepDownProcess"/>
    <dgm:cxn modelId="{D1781E29-3C08-4FAB-B4E6-D0EB40B4F7B9}" type="presParOf" srcId="{BDE07554-1A89-4CD7-AD27-8B001FB07FAC}" destId="{D4933D74-BBC2-43C2-9EE3-E67EE24F7D55}" srcOrd="0" destOrd="0" presId="urn:microsoft.com/office/officeart/2005/8/layout/StepDownProcess"/>
    <dgm:cxn modelId="{70440589-0710-4BBD-BBAD-0BCDC2B3068B}" type="presParOf" srcId="{D4933D74-BBC2-43C2-9EE3-E67EE24F7D55}" destId="{9C8198B7-FFC2-4A7D-99FB-F600BA8082E9}" srcOrd="0" destOrd="0" presId="urn:microsoft.com/office/officeart/2005/8/layout/StepDownProcess"/>
    <dgm:cxn modelId="{29E84CC2-4FF8-4A44-8A87-02BA40C1272E}" type="presParOf" srcId="{D4933D74-BBC2-43C2-9EE3-E67EE24F7D55}" destId="{055E8C1C-ECD7-47D8-9A5D-0B14FF241233}" srcOrd="1" destOrd="0" presId="urn:microsoft.com/office/officeart/2005/8/layout/StepDownProcess"/>
    <dgm:cxn modelId="{DCE4BB74-CB38-4249-8C6A-A9982DAB8C47}" type="presParOf" srcId="{D4933D74-BBC2-43C2-9EE3-E67EE24F7D55}" destId="{A3054ACE-081D-4E3C-91DF-B1E94B8B9697}" srcOrd="2" destOrd="0" presId="urn:microsoft.com/office/officeart/2005/8/layout/StepDownProcess"/>
    <dgm:cxn modelId="{798BEAC1-E3FC-4149-A15E-667B52656A4B}" type="presParOf" srcId="{BDE07554-1A89-4CD7-AD27-8B001FB07FAC}" destId="{7724AEDD-CD09-4A58-B1D8-93A1913CFF14}" srcOrd="1" destOrd="0" presId="urn:microsoft.com/office/officeart/2005/8/layout/StepDownProcess"/>
    <dgm:cxn modelId="{1ECC0589-093C-4A89-A60B-8495A31198E7}" type="presParOf" srcId="{BDE07554-1A89-4CD7-AD27-8B001FB07FAC}" destId="{E5773339-A2BB-4E59-8E74-3D4C91E1CBA3}" srcOrd="2" destOrd="0" presId="urn:microsoft.com/office/officeart/2005/8/layout/StepDownProcess"/>
    <dgm:cxn modelId="{BA97EFDC-6360-439E-8958-8D9F2FD18772}" type="presParOf" srcId="{E5773339-A2BB-4E59-8E74-3D4C91E1CBA3}" destId="{5B8D90EF-8DE0-44E6-8BCE-6C65028FF156}" srcOrd="0" destOrd="0" presId="urn:microsoft.com/office/officeart/2005/8/layout/StepDownProcess"/>
    <dgm:cxn modelId="{D773BBA2-8CCB-479C-BD6F-E434EA2FC8FE}" type="presParOf" srcId="{E5773339-A2BB-4E59-8E74-3D4C91E1CBA3}" destId="{5156BE3E-6673-4AE0-9383-EB609738DFF8}" srcOrd="1" destOrd="0" presId="urn:microsoft.com/office/officeart/2005/8/layout/StepDownProcess"/>
    <dgm:cxn modelId="{FF79315A-33DF-4AF0-BF3A-3D720F057E8E}" type="presParOf" srcId="{E5773339-A2BB-4E59-8E74-3D4C91E1CBA3}" destId="{4CEBCCBF-0DD1-47C3-87E6-EA47C6C4E47B}" srcOrd="2" destOrd="0" presId="urn:microsoft.com/office/officeart/2005/8/layout/StepDownProcess"/>
    <dgm:cxn modelId="{B058040F-A162-40CB-AD3C-E817605629F3}" type="presParOf" srcId="{BDE07554-1A89-4CD7-AD27-8B001FB07FAC}" destId="{5F3F9C46-2658-4BBD-9C22-E7BC52A64CFE}" srcOrd="3" destOrd="0" presId="urn:microsoft.com/office/officeart/2005/8/layout/StepDownProcess"/>
    <dgm:cxn modelId="{DB46D639-CA2C-4187-80A2-F724E65CE5C2}" type="presParOf" srcId="{BDE07554-1A89-4CD7-AD27-8B001FB07FAC}" destId="{85928628-8C9E-43EC-B5A3-D43ACCE4DA4E}" srcOrd="4" destOrd="0" presId="urn:microsoft.com/office/officeart/2005/8/layout/StepDownProcess"/>
    <dgm:cxn modelId="{3593ADED-C328-4587-8980-06C1C837CC68}" type="presParOf" srcId="{85928628-8C9E-43EC-B5A3-D43ACCE4DA4E}" destId="{D816A80B-CD67-4AA0-9AF4-1E17379DC69B}" srcOrd="0" destOrd="0" presId="urn:microsoft.com/office/officeart/2005/8/layout/StepDownProcess"/>
    <dgm:cxn modelId="{813B12C7-2C1E-465A-AABF-E9749BD90321}" type="presParOf" srcId="{85928628-8C9E-43EC-B5A3-D43ACCE4DA4E}" destId="{CA61FD4B-AF62-40AC-A495-56B6458916FB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8198B7-FFC2-4A7D-99FB-F600BA8082E9}">
      <dsp:nvSpPr>
        <dsp:cNvPr id="0" name=""/>
        <dsp:cNvSpPr/>
      </dsp:nvSpPr>
      <dsp:spPr>
        <a:xfrm rot="5400000">
          <a:off x="1954463" y="1413359"/>
          <a:ext cx="1249994" cy="142307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5E8C1C-ECD7-47D8-9A5D-0B14FF241233}">
      <dsp:nvSpPr>
        <dsp:cNvPr id="0" name=""/>
        <dsp:cNvSpPr/>
      </dsp:nvSpPr>
      <dsp:spPr>
        <a:xfrm>
          <a:off x="1623290" y="27715"/>
          <a:ext cx="2104255" cy="1472910"/>
        </a:xfrm>
        <a:prstGeom prst="roundRect">
          <a:avLst>
            <a:gd name="adj" fmla="val 166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Ajuste del modelo con interacción </a:t>
          </a:r>
          <a:endParaRPr lang="es-CR" sz="2600" kern="1200" dirty="0"/>
        </a:p>
      </dsp:txBody>
      <dsp:txXfrm>
        <a:off x="1695204" y="99629"/>
        <a:ext cx="1960427" cy="1329082"/>
      </dsp:txXfrm>
    </dsp:sp>
    <dsp:sp modelId="{A3054ACE-081D-4E3C-91DF-B1E94B8B9697}">
      <dsp:nvSpPr>
        <dsp:cNvPr id="0" name=""/>
        <dsp:cNvSpPr/>
      </dsp:nvSpPr>
      <dsp:spPr>
        <a:xfrm>
          <a:off x="3727546" y="168191"/>
          <a:ext cx="1530435" cy="1190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/>
            <a:t>Comprobación de supuestos </a:t>
          </a:r>
          <a:endParaRPr lang="es-CR" sz="1500" kern="1200" dirty="0"/>
        </a:p>
      </dsp:txBody>
      <dsp:txXfrm>
        <a:off x="3727546" y="168191"/>
        <a:ext cx="1530435" cy="1190471"/>
      </dsp:txXfrm>
    </dsp:sp>
    <dsp:sp modelId="{5B8D90EF-8DE0-44E6-8BCE-6C65028FF156}">
      <dsp:nvSpPr>
        <dsp:cNvPr id="0" name=""/>
        <dsp:cNvSpPr/>
      </dsp:nvSpPr>
      <dsp:spPr>
        <a:xfrm rot="5400000">
          <a:off x="3699114" y="3067924"/>
          <a:ext cx="1249994" cy="142307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5">
            <a:tint val="50000"/>
            <a:hueOff val="870076"/>
            <a:satOff val="26818"/>
            <a:lumOff val="172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56BE3E-6673-4AE0-9383-EB609738DFF8}">
      <dsp:nvSpPr>
        <dsp:cNvPr id="0" name=""/>
        <dsp:cNvSpPr/>
      </dsp:nvSpPr>
      <dsp:spPr>
        <a:xfrm>
          <a:off x="3367942" y="1682280"/>
          <a:ext cx="2104255" cy="1472910"/>
        </a:xfrm>
        <a:prstGeom prst="roundRect">
          <a:avLst>
            <a:gd name="adj" fmla="val 16670"/>
          </a:avLst>
        </a:prstGeom>
        <a:solidFill>
          <a:schemeClr val="accent5">
            <a:hueOff val="209270"/>
            <a:satOff val="19240"/>
            <a:lumOff val="71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Ajuste del modelo sin interacción </a:t>
          </a:r>
          <a:endParaRPr lang="es-CR" sz="2600" kern="1200" dirty="0"/>
        </a:p>
      </dsp:txBody>
      <dsp:txXfrm>
        <a:off x="3439856" y="1754194"/>
        <a:ext cx="1960427" cy="1329082"/>
      </dsp:txXfrm>
    </dsp:sp>
    <dsp:sp modelId="{4CEBCCBF-0DD1-47C3-87E6-EA47C6C4E47B}">
      <dsp:nvSpPr>
        <dsp:cNvPr id="0" name=""/>
        <dsp:cNvSpPr/>
      </dsp:nvSpPr>
      <dsp:spPr>
        <a:xfrm>
          <a:off x="5472197" y="1822755"/>
          <a:ext cx="1530435" cy="1190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/>
            <a:t>Comprobación de supuestos </a:t>
          </a:r>
          <a:endParaRPr lang="es-CR" sz="1500" kern="1200" dirty="0"/>
        </a:p>
      </dsp:txBody>
      <dsp:txXfrm>
        <a:off x="5472197" y="1822755"/>
        <a:ext cx="1530435" cy="1190471"/>
      </dsp:txXfrm>
    </dsp:sp>
    <dsp:sp modelId="{D816A80B-CD67-4AA0-9AF4-1E17379DC69B}">
      <dsp:nvSpPr>
        <dsp:cNvPr id="0" name=""/>
        <dsp:cNvSpPr/>
      </dsp:nvSpPr>
      <dsp:spPr>
        <a:xfrm>
          <a:off x="5112593" y="3336844"/>
          <a:ext cx="2104255" cy="1472910"/>
        </a:xfrm>
        <a:prstGeom prst="roundRect">
          <a:avLst>
            <a:gd name="adj" fmla="val 16670"/>
          </a:avLst>
        </a:prstGeom>
        <a:solidFill>
          <a:schemeClr val="accent5">
            <a:hueOff val="418541"/>
            <a:satOff val="38480"/>
            <a:lumOff val="143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Análisis de varianza </a:t>
          </a:r>
          <a:endParaRPr lang="es-CR" sz="2600" kern="1200" dirty="0"/>
        </a:p>
      </dsp:txBody>
      <dsp:txXfrm>
        <a:off x="5184507" y="3408758"/>
        <a:ext cx="1960427" cy="1329082"/>
      </dsp:txXfrm>
    </dsp:sp>
    <dsp:sp modelId="{CA61FD4B-AF62-40AC-A495-56B6458916FB}">
      <dsp:nvSpPr>
        <dsp:cNvPr id="0" name=""/>
        <dsp:cNvSpPr/>
      </dsp:nvSpPr>
      <dsp:spPr>
        <a:xfrm>
          <a:off x="7216849" y="3477320"/>
          <a:ext cx="1530435" cy="1190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/>
            <a:t>Comprobación de la potencia y eficiencia relativa </a:t>
          </a:r>
          <a:endParaRPr lang="es-CR" sz="1500" kern="1200" dirty="0"/>
        </a:p>
      </dsp:txBody>
      <dsp:txXfrm>
        <a:off x="7216849" y="3477320"/>
        <a:ext cx="1530435" cy="11904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9D1A39F-7700-4C1E-BE00-07E6ED1035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23B69DD-4208-461B-8C12-50F836BC85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A91F4-4B67-4B35-8B19-A1FC889E7171}" type="datetime1">
              <a:rPr lang="es-ES" smtClean="0"/>
              <a:t>09/07/2026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04E0AEE-637D-4227-80EF-9D20562D07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94EBC49-FCBF-41A8-BB85-18744CD70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27B6-FBB6-4ED3-ABCA-59E4CA1E0A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0996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CAC0B30-8C52-4945-A0DF-29760EA42BE5}" type="datetime1">
              <a:rPr lang="es-ES" noProof="0" smtClean="0"/>
              <a:t>09/07/2026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AF72F06-F6ED-43C1-A86D-15B5F2AFDECD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314834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AF72F06-F6ED-43C1-A86D-15B5F2AFDECD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0175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F72F06-F6ED-43C1-A86D-15B5F2AFDECD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8155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AF72F06-F6ED-43C1-A86D-15B5F2AFDECD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9871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AF72F06-F6ED-43C1-A86D-15B5F2AFDECD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1411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AF72F06-F6ED-43C1-A86D-15B5F2AFDECD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7550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AF72F06-F6ED-43C1-A86D-15B5F2AFDECD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1942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AF72F06-F6ED-43C1-A86D-15B5F2AFDECD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2833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AF72F06-F6ED-43C1-A86D-15B5F2AFDECD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9801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AF72F06-F6ED-43C1-A86D-15B5F2AFDECD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0735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AF72F06-F6ED-43C1-A86D-15B5F2AFDECD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6616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461192D4-3DEB-49BB-8F09-91031D57C7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6224" cy="6858000"/>
          </a:xfrm>
          <a:solidFill>
            <a:schemeClr val="accent1"/>
          </a:solidFill>
        </p:spPr>
        <p:txBody>
          <a:bodyPr tIns="1280160" rtlCol="0" anchor="ctr">
            <a:noAutofit/>
          </a:bodyPr>
          <a:lstStyle>
            <a:lvl1pPr algn="ctr">
              <a:defRPr sz="2000"/>
            </a:lvl1pPr>
          </a:lstStyle>
          <a:p>
            <a:pPr rtl="0"/>
            <a:r>
              <a:rPr lang="es-ES" noProof="0"/>
              <a:t>Haga clic para insertar una imagen</a:t>
            </a:r>
          </a:p>
          <a:p>
            <a:pPr rtl="0"/>
            <a:endParaRPr lang="es-ES" noProof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194C4FA-8597-7449-A0F1-38E8A1C6B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1018" y="1526016"/>
            <a:ext cx="12188952" cy="2031324"/>
          </a:xfrm>
          <a:solidFill>
            <a:schemeClr val="tx1">
              <a:lumMod val="85000"/>
              <a:lumOff val="15000"/>
              <a:alpha val="60000"/>
            </a:schemeClr>
          </a:solidFill>
        </p:spPr>
        <p:txBody>
          <a:bodyPr lIns="868680" tIns="91440" rtlCol="0"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editar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557477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título, 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3">
            <a:extLst>
              <a:ext uri="{FF2B5EF4-FFF2-40B4-BE49-F238E27FC236}">
                <a16:creationId xmlns:a16="http://schemas.microsoft.com/office/drawing/2014/main" id="{63C9361F-F5AC-124A-A751-F276961C9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175" y="528629"/>
            <a:ext cx="10542707" cy="479900"/>
          </a:xfrm>
        </p:spPr>
        <p:txBody>
          <a:bodyPr lIns="0" tIns="0" rIns="0" bIns="0" rtlCol="0" anchor="t">
            <a:noAutofit/>
          </a:bodyPr>
          <a:lstStyle>
            <a:lvl1pPr>
              <a:defRPr sz="3600" b="1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/>
              <a:t>Haga clic para editar el texto del título del patrón</a:t>
            </a:r>
            <a:br>
              <a:rPr lang="es-ES" noProof="0"/>
            </a:br>
            <a:endParaRPr lang="es-ES" noProof="0"/>
          </a:p>
        </p:txBody>
      </p:sp>
      <p:sp>
        <p:nvSpPr>
          <p:cNvPr id="23" name="Marcador de texto 11">
            <a:extLst>
              <a:ext uri="{FF2B5EF4-FFF2-40B4-BE49-F238E27FC236}">
                <a16:creationId xmlns:a16="http://schemas.microsoft.com/office/drawing/2014/main" id="{E110C240-E84A-BB4D-911E-3069CAF91A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3176" y="1018950"/>
            <a:ext cx="10542706" cy="47990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800" b="1">
                <a:solidFill>
                  <a:schemeClr val="accent6"/>
                </a:solidFill>
              </a:defRPr>
            </a:lvl1pPr>
          </a:lstStyle>
          <a:p>
            <a:pPr lvl="0" rtl="0"/>
            <a:r>
              <a:rPr lang="es-ES" noProof="0"/>
              <a:t>Haga clic para editar el texto del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11B2370-69F6-454B-ACB1-3BCDAE4D8D5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33175" y="1963738"/>
            <a:ext cx="7320225" cy="4217987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algn="ctr">
              <a:defRPr sz="1600"/>
            </a:lvl1pPr>
          </a:lstStyle>
          <a:p>
            <a:pPr rtl="0"/>
            <a:r>
              <a:rPr lang="es-ES" noProof="0"/>
              <a:t>Haga clic para insertar una imagen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5485AAEB-729B-0E45-AA2A-8821D226E7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60220" y="3888618"/>
            <a:ext cx="2389094" cy="47990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es-ES" noProof="0"/>
              <a:t>Haga clic para editar el estilo del texto patrón</a:t>
            </a:r>
          </a:p>
        </p:txBody>
      </p:sp>
      <p:sp>
        <p:nvSpPr>
          <p:cNvPr id="18" name="Marcador de texto 11">
            <a:extLst>
              <a:ext uri="{FF2B5EF4-FFF2-40B4-BE49-F238E27FC236}">
                <a16:creationId xmlns:a16="http://schemas.microsoft.com/office/drawing/2014/main" id="{3BA4E48D-7640-4648-AD2A-35EB9295CC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60220" y="5322378"/>
            <a:ext cx="2389094" cy="85976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es-ES" noProof="0"/>
              <a:t>Haga clic para editar el estilo del texto patrón</a:t>
            </a:r>
          </a:p>
        </p:txBody>
      </p:sp>
    </p:spTree>
    <p:extLst>
      <p:ext uri="{BB962C8B-B14F-4D97-AF65-F5344CB8AC3E}">
        <p14:creationId xmlns:p14="http://schemas.microsoft.com/office/powerpoint/2010/main" val="2269461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título, imagen con sangrado complet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13">
            <a:extLst>
              <a:ext uri="{FF2B5EF4-FFF2-40B4-BE49-F238E27FC236}">
                <a16:creationId xmlns:a16="http://schemas.microsoft.com/office/drawing/2014/main" id="{3265DD9D-6018-7248-B068-226B5087E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175" y="528629"/>
            <a:ext cx="10540405" cy="479900"/>
          </a:xfrm>
        </p:spPr>
        <p:txBody>
          <a:bodyPr lIns="0" tIns="0" rIns="0" bIns="0" rtlCol="0" anchor="t">
            <a:noAutofit/>
          </a:bodyPr>
          <a:lstStyle>
            <a:lvl1pPr>
              <a:defRPr sz="3600" b="1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/>
              <a:t>Haga clic para editar el texto del título del patrón</a:t>
            </a:r>
            <a:br>
              <a:rPr lang="es-ES" noProof="0"/>
            </a:br>
            <a:endParaRPr lang="es-ES" noProof="0"/>
          </a:p>
        </p:txBody>
      </p:sp>
      <p:sp>
        <p:nvSpPr>
          <p:cNvPr id="27" name="Marcador de texto 11">
            <a:extLst>
              <a:ext uri="{FF2B5EF4-FFF2-40B4-BE49-F238E27FC236}">
                <a16:creationId xmlns:a16="http://schemas.microsoft.com/office/drawing/2014/main" id="{2BB5A709-E25A-CC47-AE58-EC9F42EF12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3176" y="1018950"/>
            <a:ext cx="10540404" cy="47990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800" b="1">
                <a:solidFill>
                  <a:schemeClr val="accent6"/>
                </a:solidFill>
              </a:defRPr>
            </a:lvl1pPr>
          </a:lstStyle>
          <a:p>
            <a:pPr lvl="0" rtl="0"/>
            <a:r>
              <a:rPr lang="es-ES" noProof="0"/>
              <a:t>Haga clic para editar el texto del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7BB3087-49AA-480C-A462-1133A6E7C6C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-1" y="2066536"/>
            <a:ext cx="12188951" cy="4800602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algn="ctr">
              <a:defRPr sz="1600"/>
            </a:lvl1pPr>
          </a:lstStyle>
          <a:p>
            <a:pPr rtl="0"/>
            <a:r>
              <a:rPr lang="es-ES" noProof="0"/>
              <a:t>Haga clic para insertar una imagen</a:t>
            </a:r>
          </a:p>
        </p:txBody>
      </p:sp>
      <p:sp>
        <p:nvSpPr>
          <p:cNvPr id="12" name="Marcador de texto 9">
            <a:extLst>
              <a:ext uri="{FF2B5EF4-FFF2-40B4-BE49-F238E27FC236}">
                <a16:creationId xmlns:a16="http://schemas.microsoft.com/office/drawing/2014/main" id="{60AF7B98-3554-234B-A9A0-828B8E3E86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066537"/>
            <a:ext cx="6096000" cy="4800604"/>
          </a:xfrm>
          <a:solidFill>
            <a:srgbClr val="262626">
              <a:alpha val="61961"/>
            </a:srgbClr>
          </a:solidFill>
        </p:spPr>
        <p:txBody>
          <a:bodyPr lIns="1920240" tIns="274320" rtlCol="0" anchor="ctr" anchorCtr="0">
            <a:normAutofit/>
          </a:bodyPr>
          <a:lstStyle>
            <a:lvl1pPr marL="0" indent="0" algn="l">
              <a:lnSpc>
                <a:spcPct val="60000"/>
              </a:lnSpc>
              <a:buNone/>
              <a:defRPr sz="16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editar el patrón</a:t>
            </a:r>
          </a:p>
          <a:p>
            <a:pPr lvl="0" rtl="0"/>
            <a:r>
              <a:rPr lang="es-ES" noProof="0"/>
              <a:t>estilos de texto</a:t>
            </a:r>
          </a:p>
          <a:p>
            <a:pPr lvl="0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34308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3 contenidos horizonta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E667F-4D1E-EA4A-9BD5-F58C1A590C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66928"/>
            <a:ext cx="10537683" cy="862621"/>
          </a:xfrm>
        </p:spPr>
        <p:txBody>
          <a:bodyPr lIns="0" tIns="0" rtlCol="0" anchor="t">
            <a:normAutofit/>
          </a:bodyPr>
          <a:lstStyle>
            <a:lvl1pPr>
              <a:defRPr sz="2800" b="1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FDA66A47-2551-47FC-AF11-56C9D8900AD8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895600" y="2022680"/>
            <a:ext cx="3200400" cy="1225296"/>
          </a:xfrm>
          <a:solidFill>
            <a:schemeClr val="accent1"/>
          </a:solidFill>
          <a:ln w="12700">
            <a:solidFill>
              <a:schemeClr val="accent5"/>
            </a:solidFill>
          </a:ln>
        </p:spPr>
        <p:txBody>
          <a:bodyPr rtlCol="0" anchor="ctr">
            <a:normAutofit/>
          </a:bodyPr>
          <a:lstStyle>
            <a:lvl1pPr algn="ctr">
              <a:defRPr sz="1600"/>
            </a:lvl1pPr>
          </a:lstStyle>
          <a:p>
            <a:pPr rtl="0"/>
            <a:r>
              <a:rPr lang="es-ES" noProof="0"/>
              <a:t>Haga clic para insertar la imagen</a:t>
            </a:r>
          </a:p>
        </p:txBody>
      </p:sp>
      <p:sp>
        <p:nvSpPr>
          <p:cNvPr id="13" name="Marcador de texto 5">
            <a:extLst>
              <a:ext uri="{FF2B5EF4-FFF2-40B4-BE49-F238E27FC236}">
                <a16:creationId xmlns:a16="http://schemas.microsoft.com/office/drawing/2014/main" id="{46A8B312-3B12-4FB7-8207-99056B6249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07040" y="2022680"/>
            <a:ext cx="3200400" cy="1225296"/>
          </a:xfrm>
          <a:solidFill>
            <a:schemeClr val="accent5"/>
          </a:solidFill>
          <a:ln w="25400">
            <a:solidFill>
              <a:schemeClr val="accent5"/>
            </a:solidFill>
          </a:ln>
        </p:spPr>
        <p:txBody>
          <a:bodyPr lIns="438912" rIns="438912" rtlCol="0" anchor="ctr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>
                <a:solidFill>
                  <a:schemeClr val="bg1"/>
                </a:solidFill>
              </a:rPr>
              <a:t>Haga clic para editar el estilo del texto patrón</a:t>
            </a:r>
          </a:p>
        </p:txBody>
      </p:sp>
      <p:sp>
        <p:nvSpPr>
          <p:cNvPr id="15" name="Marcador de posición de imagen 3">
            <a:extLst>
              <a:ext uri="{FF2B5EF4-FFF2-40B4-BE49-F238E27FC236}">
                <a16:creationId xmlns:a16="http://schemas.microsoft.com/office/drawing/2014/main" id="{1889AF3F-A262-4DE7-9C9F-D0730B47D91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895600" y="3470340"/>
            <a:ext cx="3200400" cy="1225296"/>
          </a:xfrm>
          <a:solidFill>
            <a:schemeClr val="accent1"/>
          </a:solidFill>
          <a:ln w="12700">
            <a:solidFill>
              <a:schemeClr val="accent5"/>
            </a:solidFill>
          </a:ln>
        </p:spPr>
        <p:txBody>
          <a:bodyPr rtlCol="0" anchor="ctr">
            <a:normAutofit/>
          </a:bodyPr>
          <a:lstStyle>
            <a:lvl1pPr algn="ctr">
              <a:defRPr sz="1600"/>
            </a:lvl1pPr>
          </a:lstStyle>
          <a:p>
            <a:pPr rtl="0"/>
            <a:r>
              <a:rPr lang="es-ES" noProof="0"/>
              <a:t>Haga clic para insertar la imagen</a:t>
            </a:r>
          </a:p>
        </p:txBody>
      </p:sp>
      <p:sp>
        <p:nvSpPr>
          <p:cNvPr id="30" name="Marcador de texto 5">
            <a:extLst>
              <a:ext uri="{FF2B5EF4-FFF2-40B4-BE49-F238E27FC236}">
                <a16:creationId xmlns:a16="http://schemas.microsoft.com/office/drawing/2014/main" id="{43E97BC8-22E4-3141-9608-84A945A42A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3470340"/>
            <a:ext cx="3200400" cy="1225296"/>
          </a:xfrm>
          <a:solidFill>
            <a:schemeClr val="accent5"/>
          </a:solidFill>
          <a:ln w="25400">
            <a:solidFill>
              <a:schemeClr val="accent5"/>
            </a:solidFill>
          </a:ln>
        </p:spPr>
        <p:txBody>
          <a:bodyPr lIns="438912" rIns="438912" rtlCol="0" anchor="ctr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>
                <a:solidFill>
                  <a:schemeClr val="bg1"/>
                </a:solidFill>
              </a:rPr>
              <a:t>Haga clic para editar el estilo del texto patrón</a:t>
            </a:r>
          </a:p>
        </p:txBody>
      </p:sp>
      <p:sp>
        <p:nvSpPr>
          <p:cNvPr id="16" name="Marcador de posición de imagen 3">
            <a:extLst>
              <a:ext uri="{FF2B5EF4-FFF2-40B4-BE49-F238E27FC236}">
                <a16:creationId xmlns:a16="http://schemas.microsoft.com/office/drawing/2014/main" id="{F4D375CF-42E3-43DD-814F-AC643A2908FE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2895600" y="4922214"/>
            <a:ext cx="3200400" cy="1225296"/>
          </a:xfrm>
          <a:solidFill>
            <a:schemeClr val="accent1"/>
          </a:solidFill>
          <a:ln w="12700">
            <a:solidFill>
              <a:schemeClr val="accent5"/>
            </a:solidFill>
          </a:ln>
        </p:spPr>
        <p:txBody>
          <a:bodyPr rtlCol="0" anchor="ctr">
            <a:normAutofit/>
          </a:bodyPr>
          <a:lstStyle>
            <a:lvl1pPr algn="ctr">
              <a:defRPr sz="1600"/>
            </a:lvl1pPr>
          </a:lstStyle>
          <a:p>
            <a:pPr rtl="0"/>
            <a:r>
              <a:rPr lang="es-ES" noProof="0"/>
              <a:t>Haga clic para insertar la imagen</a:t>
            </a:r>
          </a:p>
        </p:txBody>
      </p:sp>
      <p:sp>
        <p:nvSpPr>
          <p:cNvPr id="14" name="Marcador de texto 5">
            <a:extLst>
              <a:ext uri="{FF2B5EF4-FFF2-40B4-BE49-F238E27FC236}">
                <a16:creationId xmlns:a16="http://schemas.microsoft.com/office/drawing/2014/main" id="{1B752F2A-0251-4959-80B1-17743D2F9F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0" y="4922214"/>
            <a:ext cx="3200400" cy="1225296"/>
          </a:xfrm>
          <a:solidFill>
            <a:schemeClr val="accent5"/>
          </a:solidFill>
          <a:ln w="25400">
            <a:solidFill>
              <a:schemeClr val="accent5"/>
            </a:solidFill>
          </a:ln>
        </p:spPr>
        <p:txBody>
          <a:bodyPr lIns="438912" rIns="438912" rtlCol="0" anchor="ctr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>
                <a:solidFill>
                  <a:schemeClr val="bg1"/>
                </a:solidFill>
              </a:rPr>
              <a:t>Haga clic para editar el estilo del texto patrón</a:t>
            </a:r>
          </a:p>
        </p:txBody>
      </p:sp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127BF259-DAF9-B243-B6F0-58E2A58BD7D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sz="1200"/>
            </a:lvl1pPr>
          </a:lstStyle>
          <a:p>
            <a:pPr rtl="0"/>
            <a:fld id="{A52BEA90-E6BE-45F4-8D5D-C2E01FE3DBCB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39823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10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3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3">
            <a:extLst>
              <a:ext uri="{FF2B5EF4-FFF2-40B4-BE49-F238E27FC236}">
                <a16:creationId xmlns:a16="http://schemas.microsoft.com/office/drawing/2014/main" id="{40DEA294-B1C6-9E48-A990-C4FC916393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66928"/>
            <a:ext cx="10537683" cy="873436"/>
          </a:xfrm>
        </p:spPr>
        <p:txBody>
          <a:bodyPr lIns="0" tIns="0" rIns="0" bIns="0" rtlCol="0" anchor="t">
            <a:noAutofit/>
          </a:bodyPr>
          <a:lstStyle>
            <a:lvl1pPr>
              <a:defRPr sz="2800" b="1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92A9031-5DBD-4AD9-9381-7F3F67DD857C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38200" y="2540000"/>
            <a:ext cx="3043238" cy="2711450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algn="ctr">
              <a:defRPr sz="1800"/>
            </a:lvl1pPr>
          </a:lstStyle>
          <a:p>
            <a:pPr rtl="0"/>
            <a:r>
              <a:rPr lang="es-ES" noProof="0"/>
              <a:t>Haga clic para insertar la imagen</a:t>
            </a:r>
          </a:p>
        </p:txBody>
      </p:sp>
      <p:sp>
        <p:nvSpPr>
          <p:cNvPr id="19" name="Marcador de texto 9">
            <a:extLst>
              <a:ext uri="{FF2B5EF4-FFF2-40B4-BE49-F238E27FC236}">
                <a16:creationId xmlns:a16="http://schemas.microsoft.com/office/drawing/2014/main" id="{89751D94-3DF3-A241-B368-55DC9BEF389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8197" y="4634096"/>
            <a:ext cx="3042684" cy="617685"/>
          </a:xfrm>
          <a:solidFill>
            <a:schemeClr val="accent4">
              <a:alpha val="90000"/>
            </a:schemeClr>
          </a:solidFill>
        </p:spPr>
        <p:txBody>
          <a:bodyPr lIns="91440" tIns="91440" rtlCol="0" anchor="ctr" anchorCtr="0">
            <a:normAutofit/>
          </a:bodyPr>
          <a:lstStyle>
            <a:lvl1pPr marL="0" indent="0" algn="ctr">
              <a:lnSpc>
                <a:spcPct val="60000"/>
              </a:lnSpc>
              <a:buNone/>
              <a:defRPr sz="16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editar el estilo del texto patrón</a:t>
            </a:r>
          </a:p>
        </p:txBody>
      </p:sp>
      <p:sp>
        <p:nvSpPr>
          <p:cNvPr id="12" name="Marcador de posición de imagen 2">
            <a:extLst>
              <a:ext uri="{FF2B5EF4-FFF2-40B4-BE49-F238E27FC236}">
                <a16:creationId xmlns:a16="http://schemas.microsoft.com/office/drawing/2014/main" id="{3B5A1782-324D-4E6F-B70F-B4AAAF5BE28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600994" y="2540000"/>
            <a:ext cx="3043238" cy="2711450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algn="ctr">
              <a:defRPr sz="1800"/>
            </a:lvl1pPr>
          </a:lstStyle>
          <a:p>
            <a:pPr rtl="0"/>
            <a:r>
              <a:rPr lang="es-ES" noProof="0"/>
              <a:t>Haga clic para insertar la imagen</a:t>
            </a:r>
          </a:p>
        </p:txBody>
      </p:sp>
      <p:sp>
        <p:nvSpPr>
          <p:cNvPr id="16" name="Marcador de texto 9">
            <a:extLst>
              <a:ext uri="{FF2B5EF4-FFF2-40B4-BE49-F238E27FC236}">
                <a16:creationId xmlns:a16="http://schemas.microsoft.com/office/drawing/2014/main" id="{D02C2A04-A4DF-194D-9BF0-98BDCA834A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01548" y="4634097"/>
            <a:ext cx="3042684" cy="617685"/>
          </a:xfrm>
          <a:solidFill>
            <a:schemeClr val="accent2">
              <a:alpha val="90000"/>
            </a:schemeClr>
          </a:solidFill>
        </p:spPr>
        <p:txBody>
          <a:bodyPr lIns="91440" tIns="91440" rtlCol="0" anchor="ctr" anchorCtr="0">
            <a:normAutofit/>
          </a:bodyPr>
          <a:lstStyle>
            <a:lvl1pPr marL="0" indent="0" algn="ctr">
              <a:lnSpc>
                <a:spcPct val="60000"/>
              </a:lnSpc>
              <a:buNone/>
              <a:defRPr sz="16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editar el estilo del texto patrón</a:t>
            </a:r>
          </a:p>
        </p:txBody>
      </p:sp>
      <p:sp>
        <p:nvSpPr>
          <p:cNvPr id="13" name="Marcador de posición de imagen 2">
            <a:extLst>
              <a:ext uri="{FF2B5EF4-FFF2-40B4-BE49-F238E27FC236}">
                <a16:creationId xmlns:a16="http://schemas.microsoft.com/office/drawing/2014/main" id="{D948B0B4-59DD-4F57-BC4D-AD690F1F9A8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310557" y="2540000"/>
            <a:ext cx="3043238" cy="2711450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algn="ctr">
              <a:defRPr sz="1800"/>
            </a:lvl1pPr>
          </a:lstStyle>
          <a:p>
            <a:pPr rtl="0"/>
            <a:r>
              <a:rPr lang="es-ES" noProof="0"/>
              <a:t>Haga clic para insertar la imagen</a:t>
            </a:r>
          </a:p>
        </p:txBody>
      </p:sp>
      <p:sp>
        <p:nvSpPr>
          <p:cNvPr id="15" name="Marcador de texto 9">
            <a:extLst>
              <a:ext uri="{FF2B5EF4-FFF2-40B4-BE49-F238E27FC236}">
                <a16:creationId xmlns:a16="http://schemas.microsoft.com/office/drawing/2014/main" id="{910F1566-2F10-C94E-A440-3BE6863E41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11111" y="4636714"/>
            <a:ext cx="3042684" cy="617685"/>
          </a:xfrm>
          <a:solidFill>
            <a:schemeClr val="accent3">
              <a:alpha val="90000"/>
            </a:schemeClr>
          </a:solidFill>
        </p:spPr>
        <p:txBody>
          <a:bodyPr lIns="91440" tIns="91440" rtlCol="0" anchor="ctr" anchorCtr="0">
            <a:normAutofit/>
          </a:bodyPr>
          <a:lstStyle>
            <a:lvl1pPr marL="0" indent="0" algn="ctr">
              <a:lnSpc>
                <a:spcPct val="60000"/>
              </a:lnSpc>
              <a:buNone/>
              <a:defRPr sz="16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editar el estilo del texto patrón</a:t>
            </a:r>
          </a:p>
        </p:txBody>
      </p:sp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127BF259-DAF9-B243-B6F0-58E2A58BD7D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sz="1200"/>
            </a:lvl1pPr>
          </a:lstStyle>
          <a:p>
            <a:pPr rtl="0"/>
            <a:fld id="{A52BEA90-E6BE-45F4-8D5D-C2E01FE3DBCB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87078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2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3">
            <a:extLst>
              <a:ext uri="{FF2B5EF4-FFF2-40B4-BE49-F238E27FC236}">
                <a16:creationId xmlns:a16="http://schemas.microsoft.com/office/drawing/2014/main" id="{61830361-A194-9F4E-999F-05BDD53E56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66928"/>
            <a:ext cx="10537683" cy="873436"/>
          </a:xfrm>
        </p:spPr>
        <p:txBody>
          <a:bodyPr lIns="0" tIns="0" rIns="0" bIns="0" rtlCol="0" anchor="t">
            <a:noAutofit/>
          </a:bodyPr>
          <a:lstStyle>
            <a:lvl1pPr>
              <a:defRPr sz="2800" b="1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F09F5E-ECB4-4608-BAD6-3C0B906FBC1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968500" y="1780031"/>
            <a:ext cx="3225800" cy="3930207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algn="ctr">
              <a:defRPr sz="1600"/>
            </a:lvl1pPr>
          </a:lstStyle>
          <a:p>
            <a:pPr lvl="0" rtl="0"/>
            <a:r>
              <a:rPr lang="es-ES" noProof="0"/>
              <a:t>Haga clic aquí para insertar una imagen o un gráfico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D31456E2-715C-4D0E-AEC1-EDCEF7EFE17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997700" y="1779475"/>
            <a:ext cx="3225800" cy="3930207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algn="ctr">
              <a:defRPr sz="1600"/>
            </a:lvl1pPr>
          </a:lstStyle>
          <a:p>
            <a:pPr lvl="0" rtl="0"/>
            <a:r>
              <a:rPr lang="es-ES" noProof="0"/>
              <a:t>Haga clic aquí para insertar una imagen o un gráfico</a:t>
            </a:r>
          </a:p>
        </p:txBody>
      </p:sp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127BF259-DAF9-B243-B6F0-58E2A58BD7D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sz="1200"/>
            </a:lvl1pPr>
          </a:lstStyle>
          <a:p>
            <a:pPr rtl="0"/>
            <a:fld id="{A52BEA90-E6BE-45F4-8D5D-C2E01FE3DBCB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84744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3">
            <a:extLst>
              <a:ext uri="{FF2B5EF4-FFF2-40B4-BE49-F238E27FC236}">
                <a16:creationId xmlns:a16="http://schemas.microsoft.com/office/drawing/2014/main" id="{6BEBC398-0B32-5D4C-8F8E-8DA17BC07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66928"/>
            <a:ext cx="10537683" cy="873436"/>
          </a:xfrm>
        </p:spPr>
        <p:txBody>
          <a:bodyPr lIns="0" tIns="0" rIns="0" bIns="0" rtlCol="0" anchor="t">
            <a:noAutofit/>
          </a:bodyPr>
          <a:lstStyle>
            <a:lvl1pPr>
              <a:defRPr sz="2800" b="1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252D11-D0BD-46AC-942A-A7F84C34C1C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38199" y="1780031"/>
            <a:ext cx="10537683" cy="4576318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algn="ctr">
              <a:defRPr sz="1800"/>
            </a:lvl1pPr>
          </a:lstStyle>
          <a:p>
            <a:pPr lvl="0" rtl="0"/>
            <a:r>
              <a:rPr lang="es-ES" noProof="0"/>
              <a:t>Haga clic aquí para insertar una imagen o un gráfico</a:t>
            </a:r>
          </a:p>
        </p:txBody>
      </p:sp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127BF259-DAF9-B243-B6F0-58E2A58BD7D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sz="1200">
                <a:latin typeface="+mn-lt"/>
              </a:defRPr>
            </a:lvl1pPr>
          </a:lstStyle>
          <a:p>
            <a:pPr rtl="0"/>
            <a:fld id="{A52BEA90-E6BE-45F4-8D5D-C2E01FE3DBCB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54317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60269070-4807-43E2-A9DF-90767C93C7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207239" cy="6858000"/>
          </a:xfrm>
          <a:solidFill>
            <a:schemeClr val="accent1"/>
          </a:solidFill>
        </p:spPr>
        <p:txBody>
          <a:bodyPr tIns="2560320" rtlCol="0" anchor="ctr">
            <a:noAutofit/>
          </a:bodyPr>
          <a:lstStyle>
            <a:lvl1pPr algn="ctr">
              <a:defRPr sz="1800"/>
            </a:lvl1pPr>
          </a:lstStyle>
          <a:p>
            <a:pPr rtl="0"/>
            <a:r>
              <a:rPr lang="es-ES" noProof="0"/>
              <a:t>Haga clic para insertar una imagen</a:t>
            </a:r>
          </a:p>
          <a:p>
            <a:pPr rtl="0"/>
            <a:endParaRPr lang="es-ES" noProof="0"/>
          </a:p>
        </p:txBody>
      </p:sp>
      <p:sp>
        <p:nvSpPr>
          <p:cNvPr id="6" name="Marcador de texto 9">
            <a:extLst>
              <a:ext uri="{FF2B5EF4-FFF2-40B4-BE49-F238E27FC236}">
                <a16:creationId xmlns:a16="http://schemas.microsoft.com/office/drawing/2014/main" id="{B95A5A22-1295-5A4C-BEED-CDAAB6B38D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1574" y="-11151"/>
            <a:ext cx="12207240" cy="3429000"/>
          </a:xfrm>
          <a:solidFill>
            <a:srgbClr val="262626">
              <a:alpha val="61961"/>
            </a:srgbClr>
          </a:solidFill>
          <a:ln>
            <a:noFill/>
          </a:ln>
        </p:spPr>
        <p:txBody>
          <a:bodyPr lIns="868680" tIns="2057400" bIns="91440" rtlCol="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salir del estilo de texto patrón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EDEBD28-F38A-B644-853D-75CBD6A9F7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65847"/>
            <a:ext cx="10515600" cy="1062232"/>
          </a:xfrm>
        </p:spPr>
        <p:txBody>
          <a:bodyPr lIns="0" tIns="0" rIns="0" bIns="0" rtlCol="0" anchor="t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7" name="Cuadro de texto 6">
            <a:extLst>
              <a:ext uri="{FF2B5EF4-FFF2-40B4-BE49-F238E27FC236}">
                <a16:creationId xmlns:a16="http://schemas.microsoft.com/office/drawing/2014/main" id="{C3B6C998-067D-F24C-8880-399DE7EC60CF}"/>
              </a:ext>
            </a:extLst>
          </p:cNvPr>
          <p:cNvSpPr txBox="1"/>
          <p:nvPr userDrawn="1"/>
        </p:nvSpPr>
        <p:spPr>
          <a:xfrm>
            <a:off x="3340444" y="5935091"/>
            <a:ext cx="5511112" cy="954107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pPr algn="ctr" rtl="0"/>
            <a:r>
              <a:rPr lang="es-ES" sz="2800" b="1" noProof="0">
                <a:solidFill>
                  <a:schemeClr val="accent5"/>
                </a:solidFill>
                <a:latin typeface="+mn-lt"/>
                <a:cs typeface="Arial" panose="020B0604020202020204" pitchFamily="34" charset="0"/>
              </a:rPr>
              <a:t>Haga clic para editar el estilo del texto patrón</a:t>
            </a:r>
          </a:p>
        </p:txBody>
      </p:sp>
    </p:spTree>
    <p:extLst>
      <p:ext uri="{BB962C8B-B14F-4D97-AF65-F5344CB8AC3E}">
        <p14:creationId xmlns:p14="http://schemas.microsoft.com/office/powerpoint/2010/main" val="654708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3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EFD44-3E18-544B-BBAC-DCBF5F125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69494"/>
            <a:ext cx="10515600" cy="911595"/>
          </a:xfrm>
        </p:spPr>
        <p:txBody>
          <a:bodyPr lIns="0" tIns="0" rIns="0" bIns="0" rtlCol="0" anchor="t">
            <a:normAutofit/>
          </a:bodyPr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7" name="Marcador de posición de imagen 2">
            <a:extLst>
              <a:ext uri="{FF2B5EF4-FFF2-40B4-BE49-F238E27FC236}">
                <a16:creationId xmlns:a16="http://schemas.microsoft.com/office/drawing/2014/main" id="{E69AB53E-6566-42B1-A87A-589EE239D5A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33175" y="1963738"/>
            <a:ext cx="6759223" cy="4217987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algn="ctr">
              <a:defRPr sz="1600"/>
            </a:lvl1pPr>
          </a:lstStyle>
          <a:p>
            <a:pPr rtl="0"/>
            <a:r>
              <a:rPr lang="es-ES" noProof="0"/>
              <a:t>Haga clic para insertar una imagen</a:t>
            </a:r>
          </a:p>
        </p:txBody>
      </p:sp>
      <p:sp>
        <p:nvSpPr>
          <p:cNvPr id="20" name="Marcador de texto 11">
            <a:extLst>
              <a:ext uri="{FF2B5EF4-FFF2-40B4-BE49-F238E27FC236}">
                <a16:creationId xmlns:a16="http://schemas.microsoft.com/office/drawing/2014/main" id="{FD3509C8-7877-6946-8CE5-00F7B9552E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32800" y="3725227"/>
            <a:ext cx="2919113" cy="1835313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90000"/>
              </a:lnSpc>
              <a:buNone/>
              <a:defRPr sz="1600" b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es-ES" noProof="0"/>
              <a:t>Haga clic para editar el estilo del texto patrón</a:t>
            </a:r>
          </a:p>
        </p:txBody>
      </p:sp>
      <p:sp>
        <p:nvSpPr>
          <p:cNvPr id="19" name="Marcador de texto 11">
            <a:extLst>
              <a:ext uri="{FF2B5EF4-FFF2-40B4-BE49-F238E27FC236}">
                <a16:creationId xmlns:a16="http://schemas.microsoft.com/office/drawing/2014/main" id="{46EC1DFF-6B7A-4C4C-9BDC-76D1FE8DD6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32800" y="5692068"/>
            <a:ext cx="2919113" cy="532753"/>
          </a:xfrm>
        </p:spPr>
        <p:txBody>
          <a:bodyPr lIns="0" tIns="0" rIns="0" bIns="0"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es-ES" noProof="0"/>
              <a:t>Haga clic para editar el estilo del texto patrón</a:t>
            </a:r>
          </a:p>
        </p:txBody>
      </p:sp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127BF259-DAF9-B243-B6F0-58E2A58BD7D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sz="1200"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A52BEA90-E6BE-45F4-8D5D-C2E01FE3DBCB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5053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n con sangrado 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022E6D3-9558-45D3-9914-1F3B0A5BDCA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2188952" cy="6858000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algn="ctr">
              <a:defRPr sz="1800"/>
            </a:lvl1pPr>
          </a:lstStyle>
          <a:p>
            <a:pPr rtl="0"/>
            <a:r>
              <a:rPr lang="es-ES" noProof="0"/>
              <a:t>Haga clic aquí para insertar una imagen o un gráfico</a:t>
            </a:r>
          </a:p>
          <a:p>
            <a:pPr rtl="0"/>
            <a:endParaRPr lang="es-ES" noProof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5DF58130-BFA9-C64B-9400-27CEC7444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966" y="2338086"/>
            <a:ext cx="10541219" cy="2164466"/>
          </a:xfrm>
        </p:spPr>
        <p:txBody>
          <a:bodyPr lIns="0" rtlCol="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>
                <a:solidFill>
                  <a:schemeClr val="bg1"/>
                </a:solidFill>
              </a:rPr>
              <a:t>Haga clic para editar el estilo del texto patrón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4079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74DDE9C-955A-40E0-AEDB-57EE5B377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8092AA-470A-438D-B06A-389D4965D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0C0FCC-269D-49E4-B1A8-2F5D9EEA5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A52BEA90-E6BE-45F4-8D5D-C2E01FE3DBCB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417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78" r:id="rId4"/>
    <p:sldLayoutId id="2147483679" r:id="rId5"/>
    <p:sldLayoutId id="2147483680" r:id="rId6"/>
    <p:sldLayoutId id="2147483682" r:id="rId7"/>
    <p:sldLayoutId id="2147483687" r:id="rId8"/>
    <p:sldLayoutId id="2147483686" r:id="rId9"/>
    <p:sldLayoutId id="2147483681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hyperlink" Target="mailto:gustavo.jimenezhidalgo@ucr.ac.c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 descr="Montaña cubierta de niebla&#10;">
            <a:extLst>
              <a:ext uri="{FF2B5EF4-FFF2-40B4-BE49-F238E27FC236}">
                <a16:creationId xmlns:a16="http://schemas.microsoft.com/office/drawing/2014/main" id="{7913F9A8-5859-8441-9D34-EA6DF53BAFA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6" name="Título 2">
            <a:extLst>
              <a:ext uri="{FF2B5EF4-FFF2-40B4-BE49-F238E27FC236}">
                <a16:creationId xmlns:a16="http://schemas.microsoft.com/office/drawing/2014/main" id="{C60E6CE8-7AB6-B54A-8434-8F730542E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algn="ctr"/>
            <a:r>
              <a:rPr lang="es-MX" dirty="0"/>
              <a:t>EFECTO DEL TIPO DE HARINA Y EL ENDULZANTE ACTIVADOR DE LA LEVADURA SOBRE EL CRECIMIENTO DE LA MASA PARA PAN 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665D5C2-BB5E-10D9-CFB8-E5957939F42A}"/>
              </a:ext>
            </a:extLst>
          </p:cNvPr>
          <p:cNvSpPr txBox="1"/>
          <p:nvPr/>
        </p:nvSpPr>
        <p:spPr>
          <a:xfrm>
            <a:off x="8003459" y="5600770"/>
            <a:ext cx="40508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s-ES" sz="2000" b="1" dirty="0">
                <a:solidFill>
                  <a:schemeClr val="bg1"/>
                </a:solidFill>
              </a:rPr>
              <a:t>GUSTAVO JIMÉNEZ HIDALGO</a:t>
            </a:r>
          </a:p>
          <a:p>
            <a:pPr rtl="0"/>
            <a:r>
              <a:rPr lang="es-ES" sz="2000" b="1" dirty="0">
                <a:solidFill>
                  <a:schemeClr val="bg1"/>
                </a:solidFill>
              </a:rPr>
              <a:t>DISEÑO DE EXPERIMENTOS</a:t>
            </a:r>
          </a:p>
        </p:txBody>
      </p:sp>
    </p:spTree>
    <p:extLst>
      <p:ext uri="{BB962C8B-B14F-4D97-AF65-F5344CB8AC3E}">
        <p14:creationId xmlns:p14="http://schemas.microsoft.com/office/powerpoint/2010/main" val="4031715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EFD92-C4A8-C04F-AA2D-B10B39733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Presentación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E7152F7-008A-CA47-A370-88F6372026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rtlCol="0"/>
          <a:lstStyle/>
          <a:p>
            <a:pPr rtl="0"/>
            <a:r>
              <a:rPr lang="es-ES" dirty="0"/>
              <a:t>del proyecto 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FAFF7677-97D9-8289-36AC-CF353C33C5B8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85" b="11585"/>
          <a:stretch>
            <a:fillRect/>
          </a:stretch>
        </p:blipFill>
        <p:spPr>
          <a:xfrm>
            <a:off x="833175" y="1757261"/>
            <a:ext cx="7320225" cy="421798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D561332-6AEF-7547-A674-2FF50137C3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47264" y="2196198"/>
            <a:ext cx="3192451" cy="2877247"/>
          </a:xfrm>
        </p:spPr>
        <p:txBody>
          <a:bodyPr rtlCol="0"/>
          <a:lstStyle/>
          <a:p>
            <a:pPr algn="just"/>
            <a:r>
              <a:rPr lang="es-CR" sz="1800" b="1" dirty="0"/>
              <a:t>En este diseño experimental se muestra cómo se comporta la masa para pan (preparación base de harina y agua) cuando se le aplica levadura </a:t>
            </a:r>
            <a:r>
              <a:rPr lang="es-CR" sz="1800" b="1" dirty="0" err="1"/>
              <a:t>Saccharomyces</a:t>
            </a:r>
            <a:r>
              <a:rPr lang="es-CR" sz="1800" b="1" dirty="0"/>
              <a:t> </a:t>
            </a:r>
            <a:r>
              <a:rPr lang="es-CR" sz="1800" b="1" dirty="0" err="1"/>
              <a:t>cerevisiae</a:t>
            </a:r>
            <a:r>
              <a:rPr lang="es-CR" sz="1800" b="1" dirty="0"/>
              <a:t> para lograr su aumento de volumen. Para ello se utilizaron dos tipos de harina: integral y trigo, y para la fermentación de la levadura se utilizaron tres tipos de activadores: azúcar blanca, cruda y miel de abeja. </a:t>
            </a:r>
            <a:endParaRPr lang="es-ES" sz="1800" b="1" dirty="0"/>
          </a:p>
          <a:p>
            <a:pPr algn="just" rtl="0"/>
            <a:endParaRPr lang="es-ES" sz="1800" b="1" dirty="0"/>
          </a:p>
        </p:txBody>
      </p:sp>
    </p:spTree>
    <p:extLst>
      <p:ext uri="{BB962C8B-B14F-4D97-AF65-F5344CB8AC3E}">
        <p14:creationId xmlns:p14="http://schemas.microsoft.com/office/powerpoint/2010/main" val="2691753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B86DD66-4C89-CF4F-B2FB-DD3DB961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Factor de diseño y objetivo de investigación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ubtítulo 2">
                <a:extLst>
                  <a:ext uri="{FF2B5EF4-FFF2-40B4-BE49-F238E27FC236}">
                    <a16:creationId xmlns:a16="http://schemas.microsoft.com/office/drawing/2014/main" id="{FEFD605E-A0D8-4CFB-FFCE-C80CEF4B31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87057" y="2414730"/>
                <a:ext cx="3730127" cy="4825694"/>
              </a:xfrm>
              <a:prstGeom prst="rect">
                <a:avLst/>
              </a:prstGeom>
              <a:noFill/>
            </p:spPr>
            <p:txBody>
              <a:bodyPr rtlCol="0"/>
              <a:lstStyle>
                <a:defPPr>
                  <a:defRPr lang="es-ES"/>
                </a:defPPr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Tx/>
                  <a:buNone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sz="1800" dirty="0">
                    <a:solidFill>
                      <a:schemeClr val="accent6"/>
                    </a:solidFill>
                  </a:rPr>
                  <a:t>Diseño por bloques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accent6"/>
                    </a:solidFill>
                  </a:rPr>
                  <a:t>5 bloques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accent6"/>
                    </a:solidFill>
                  </a:rPr>
                  <a:t>2x3=6 tratamientos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accent6"/>
                    </a:solidFill>
                  </a:rPr>
                  <a:t>n=30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sz="1800" dirty="0">
                    <a:solidFill>
                      <a:schemeClr val="accent6"/>
                    </a:solidFill>
                  </a:rPr>
                  <a:t>2 Factores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accent6"/>
                    </a:solidFill>
                  </a:rPr>
                  <a:t>Tipo de harina (2 niveles)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accent6"/>
                    </a:solidFill>
                  </a:rPr>
                  <a:t>Fermentador de levadura (3 niveles)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sz="1800" dirty="0">
                    <a:solidFill>
                      <a:schemeClr val="accent6"/>
                    </a:solidFill>
                  </a:rPr>
                  <a:t>Variable de respuesta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E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𝑎𝑙𝑡𝑢𝑟𝑎</m:t>
                    </m:r>
                    <m:r>
                      <a:rPr lang="es-E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𝑓𝑖𝑛𝑎𝑙</m:t>
                    </m:r>
                    <m:r>
                      <a:rPr lang="es-E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𝑎𝑙𝑡𝑢𝑟𝑎</m:t>
                    </m:r>
                    <m:r>
                      <a:rPr lang="es-E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𝑖𝑛𝑖𝑐𝑖𝑎𝑙</m:t>
                    </m:r>
                    <m:r>
                      <a:rPr lang="es-E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s-E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𝑑𝑖𝑓𝑒𝑟𝑒𝑛𝑐𝑖𝑎</m:t>
                    </m:r>
                    <m:r>
                      <a:rPr lang="es-E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𝑎𝑙𝑡𝑢𝑟𝑎</m:t>
                    </m:r>
                  </m:oMath>
                </a14:m>
                <a:endParaRPr lang="es-ES" sz="1600" dirty="0">
                  <a:solidFill>
                    <a:schemeClr val="accent6"/>
                  </a:solidFill>
                </a:endParaRPr>
              </a:p>
              <a:p>
                <a:pPr lvl="1"/>
                <a:endParaRPr lang="es-ES" sz="1600" dirty="0">
                  <a:solidFill>
                    <a:schemeClr val="accent6"/>
                  </a:solidFill>
                </a:endParaRPr>
              </a:p>
              <a:p>
                <a:pPr lvl="1"/>
                <a:endParaRPr lang="es-ES" sz="1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" name="Subtítulo 2">
                <a:extLst>
                  <a:ext uri="{FF2B5EF4-FFF2-40B4-BE49-F238E27FC236}">
                    <a16:creationId xmlns:a16="http://schemas.microsoft.com/office/drawing/2014/main" id="{FEFD605E-A0D8-4CFB-FFCE-C80CEF4B3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57" y="2414730"/>
                <a:ext cx="3730127" cy="4825694"/>
              </a:xfrm>
              <a:prstGeom prst="rect">
                <a:avLst/>
              </a:prstGeom>
              <a:blipFill>
                <a:blip r:embed="rId3"/>
                <a:stretch>
                  <a:fillRect l="-1144" t="-1136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Marcador de posición de imagen 13">
            <a:extLst>
              <a:ext uri="{FF2B5EF4-FFF2-40B4-BE49-F238E27FC236}">
                <a16:creationId xmlns:a16="http://schemas.microsoft.com/office/drawing/2014/main" id="{76A418E7-DD0F-441E-93A7-3892174C5888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85" b="11585"/>
          <a:stretch>
            <a:fillRect/>
          </a:stretch>
        </p:blipFill>
        <p:spPr>
          <a:xfrm>
            <a:off x="444831" y="1659100"/>
            <a:ext cx="7320225" cy="421798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972034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C7977C4-F464-D449-B7C1-AE7D4292B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Metodología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6ECB84-B61A-8340-B7E3-FDD2403CEE5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/>
          <a:p>
            <a:pPr rtl="0"/>
            <a:r>
              <a:rPr lang="es-ES" dirty="0"/>
              <a:t>de ejecución del experimento </a:t>
            </a:r>
          </a:p>
        </p:txBody>
      </p:sp>
      <p:sp>
        <p:nvSpPr>
          <p:cNvPr id="14" name="Marcador de texto 3">
            <a:extLst>
              <a:ext uri="{FF2B5EF4-FFF2-40B4-BE49-F238E27FC236}">
                <a16:creationId xmlns:a16="http://schemas.microsoft.com/office/drawing/2014/main" id="{116BEC57-E13D-9FD7-17DC-7E5E060EB623}"/>
              </a:ext>
            </a:extLst>
          </p:cNvPr>
          <p:cNvSpPr txBox="1">
            <a:spLocks/>
          </p:cNvSpPr>
          <p:nvPr/>
        </p:nvSpPr>
        <p:spPr>
          <a:xfrm>
            <a:off x="577649" y="1804643"/>
            <a:ext cx="5525728" cy="4447786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b="1" kern="1200">
                <a:solidFill>
                  <a:schemeClr val="accent6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ctr">
              <a:buFont typeface="Arial" panose="020B0604020202020204" pitchFamily="34" charset="0"/>
              <a:buChar char="•"/>
            </a:pPr>
            <a:endParaRPr lang="es-ES" dirty="0"/>
          </a:p>
          <a:p>
            <a:pPr algn="ctr"/>
            <a:endParaRPr lang="es-ES" dirty="0"/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s-ES" dirty="0"/>
              <a:t>Calidad de los ingredientes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s-ES" dirty="0"/>
              <a:t>Mediciones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s-ES" dirty="0"/>
              <a:t>Limpieza de los materiales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s-ES" dirty="0"/>
              <a:t>Control del tiempo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s-ES" dirty="0"/>
              <a:t>Etiquetado</a:t>
            </a:r>
          </a:p>
          <a:p>
            <a:endParaRPr lang="es-ES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0D143D57-4965-8335-1A02-DAEE38ABE0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9"/>
          <a:stretch>
            <a:fillRect/>
          </a:stretch>
        </p:blipFill>
        <p:spPr>
          <a:xfrm>
            <a:off x="7216880" y="1804643"/>
            <a:ext cx="3928602" cy="452472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112437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D76E574-6F12-2143-ACF1-0D2143725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Metodología estadística </a:t>
            </a:r>
          </a:p>
        </p:txBody>
      </p:sp>
      <p:pic>
        <p:nvPicPr>
          <p:cNvPr id="7" name="Marcador de posición de imagen 6" descr="Zorro de pie en un campo de nieve">
            <a:extLst>
              <a:ext uri="{FF2B5EF4-FFF2-40B4-BE49-F238E27FC236}">
                <a16:creationId xmlns:a16="http://schemas.microsoft.com/office/drawing/2014/main" id="{052F552C-2509-2A4A-B971-97339C647B5E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87"/>
          <a:stretch>
            <a:fillRect/>
          </a:stretch>
        </p:blipFill>
        <p:spPr>
          <a:xfrm flipH="1">
            <a:off x="353962" y="1528768"/>
            <a:ext cx="6096000" cy="4800603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5A1BD6E-CB7C-1E4C-98ED-ABCC7B6DF9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3794" y="1528767"/>
            <a:ext cx="6096000" cy="4800604"/>
          </a:xfrm>
          <a:solidFill>
            <a:srgbClr val="262626">
              <a:alpha val="50196"/>
            </a:srgbClr>
          </a:solidFill>
        </p:spPr>
        <p:txBody>
          <a:bodyPr rtlCol="0">
            <a:normAutofit/>
          </a:bodyPr>
          <a:lstStyle/>
          <a:p>
            <a:pPr rtl="0"/>
            <a:r>
              <a:rPr lang="es-ES" sz="2000" dirty="0"/>
              <a:t>Técnica de bloques </a:t>
            </a:r>
          </a:p>
          <a:p>
            <a:pPr rtl="0"/>
            <a:r>
              <a:rPr lang="es-ES" sz="2000" dirty="0"/>
              <a:t>Recolección de datos</a:t>
            </a:r>
          </a:p>
          <a:p>
            <a:pPr rtl="0"/>
            <a:r>
              <a:rPr lang="es-ES" sz="2000" dirty="0"/>
              <a:t>Ajuste del modelo</a:t>
            </a:r>
          </a:p>
          <a:p>
            <a:pPr rtl="0"/>
            <a:r>
              <a:rPr lang="es-ES" sz="2000" dirty="0"/>
              <a:t>Análisis de varianza </a:t>
            </a:r>
          </a:p>
          <a:p>
            <a:pPr rtl="0"/>
            <a:r>
              <a:rPr lang="es-ES" sz="2000" dirty="0"/>
              <a:t>Potencia de la prueba Post Hoc</a:t>
            </a:r>
          </a:p>
          <a:p>
            <a:pPr rtl="0"/>
            <a:r>
              <a:rPr lang="es-ES" sz="2000" dirty="0"/>
              <a:t>Eficiencia relativa del uso de bloques  </a:t>
            </a:r>
          </a:p>
          <a:p>
            <a:pPr rtl="0"/>
            <a:r>
              <a:rPr lang="es-ES" sz="2000" dirty="0"/>
              <a:t> </a:t>
            </a:r>
            <a:endParaRPr lang="es-ES" sz="2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A4FA634-0CE2-E02E-B625-9648EE5BF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769" y="1097664"/>
            <a:ext cx="4282811" cy="53116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221784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5">
            <a:extLst>
              <a:ext uri="{FF2B5EF4-FFF2-40B4-BE49-F238E27FC236}">
                <a16:creationId xmlns:a16="http://schemas.microsoft.com/office/drawing/2014/main" id="{31559193-D32B-DF46-A00E-90827C46E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515" y="329702"/>
            <a:ext cx="10537683" cy="862621"/>
          </a:xfrm>
        </p:spPr>
        <p:txBody>
          <a:bodyPr rtlCol="0"/>
          <a:lstStyle/>
          <a:p>
            <a:pPr rtl="0"/>
            <a:r>
              <a:rPr lang="es-ES" dirty="0"/>
              <a:t>Organización del análisis de los datos </a:t>
            </a:r>
          </a:p>
        </p:txBody>
      </p:sp>
      <p:graphicFrame>
        <p:nvGraphicFramePr>
          <p:cNvPr id="19" name="Diagrama 18">
            <a:extLst>
              <a:ext uri="{FF2B5EF4-FFF2-40B4-BE49-F238E27FC236}">
                <a16:creationId xmlns:a16="http://schemas.microsoft.com/office/drawing/2014/main" id="{1FDD28FF-F1FA-13D4-55A5-7BC5E8C949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4520102"/>
              </p:ext>
            </p:extLst>
          </p:nvPr>
        </p:nvGraphicFramePr>
        <p:xfrm>
          <a:off x="995515" y="1347018"/>
          <a:ext cx="10370575" cy="4837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74409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3F252A67-8C32-C845-AB69-95AEACCED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2" y="348442"/>
            <a:ext cx="10537683" cy="1225296"/>
          </a:xfrm>
        </p:spPr>
        <p:txBody>
          <a:bodyPr rtlCol="0">
            <a:normAutofit/>
          </a:bodyPr>
          <a:lstStyle/>
          <a:p>
            <a:pPr rtl="0"/>
            <a:r>
              <a:rPr lang="es-ES" sz="3200" dirty="0">
                <a:solidFill>
                  <a:schemeClr val="accent6"/>
                </a:solidFill>
              </a:rPr>
              <a:t>Resultados </a:t>
            </a:r>
            <a:br>
              <a:rPr lang="es-ES" dirty="0"/>
            </a:br>
            <a:r>
              <a:rPr lang="es-ES" dirty="0"/>
              <a:t>Comprobación de los supuestos del ANOVA 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771F4B4-43CC-8443-88D1-B8816C96942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455310" y="2055836"/>
            <a:ext cx="3200400" cy="1225296"/>
          </a:xfrm>
        </p:spPr>
        <p:txBody>
          <a:bodyPr rtlCol="0"/>
          <a:lstStyle/>
          <a:p>
            <a:pPr rtl="0"/>
            <a:r>
              <a:rPr lang="es-ES" dirty="0"/>
              <a:t>Supuesto de homocedasticidad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17487B-8F5E-2B40-B56E-EE991D1501C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55310" y="4036308"/>
            <a:ext cx="3200400" cy="1225296"/>
          </a:xfrm>
        </p:spPr>
        <p:txBody>
          <a:bodyPr rtlCol="0"/>
          <a:lstStyle/>
          <a:p>
            <a:pPr rtl="0"/>
            <a:r>
              <a:rPr lang="es-ES" dirty="0"/>
              <a:t>Supuesto de normalidad 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CDD1993-624D-5847-9BAB-615CCA382CB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A52BEA90-E6BE-45F4-8D5D-C2E01FE3DBCB}" type="slidenum">
              <a:rPr lang="es-ES" smtClean="0"/>
              <a:pPr/>
              <a:t>7</a:t>
            </a:fld>
            <a:endParaRPr lang="es-E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06B4FAC-1965-CE1F-436E-B40CBE6F6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811" y="2192193"/>
            <a:ext cx="5303980" cy="95258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92E9E2B3-D8C7-9753-8282-2FEEAEC88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0966" y="4036308"/>
            <a:ext cx="5189670" cy="929721"/>
          </a:xfrm>
          <a:prstGeom prst="rect">
            <a:avLst/>
          </a:prstGeom>
        </p:spPr>
      </p:pic>
      <p:sp>
        <p:nvSpPr>
          <p:cNvPr id="21" name="Marcador de texto 13">
            <a:extLst>
              <a:ext uri="{FF2B5EF4-FFF2-40B4-BE49-F238E27FC236}">
                <a16:creationId xmlns:a16="http://schemas.microsoft.com/office/drawing/2014/main" id="{51256AE6-CD4B-24C5-4819-2EB34B4EBB0C}"/>
              </a:ext>
            </a:extLst>
          </p:cNvPr>
          <p:cNvSpPr txBox="1">
            <a:spLocks/>
          </p:cNvSpPr>
          <p:nvPr/>
        </p:nvSpPr>
        <p:spPr>
          <a:xfrm>
            <a:off x="1647166" y="5782749"/>
            <a:ext cx="9112048" cy="46806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rtlCol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>
                <a:solidFill>
                  <a:schemeClr val="bg1"/>
                </a:solidFill>
              </a:rPr>
              <a:t>Ambos se cumplen </a:t>
            </a:r>
          </a:p>
        </p:txBody>
      </p:sp>
      <p:pic>
        <p:nvPicPr>
          <p:cNvPr id="23" name="Gráfico 22" descr="Marca de insignia1 con relleno sólido">
            <a:extLst>
              <a:ext uri="{FF2B5EF4-FFF2-40B4-BE49-F238E27FC236}">
                <a16:creationId xmlns:a16="http://schemas.microsoft.com/office/drawing/2014/main" id="{AB5DC60E-5AF5-CF83-E530-9A6E16D91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9884" y="5823821"/>
            <a:ext cx="385917" cy="38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557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0138C5A-D559-6F4C-9389-1150ADB9F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117" y="813027"/>
            <a:ext cx="10537683" cy="873436"/>
          </a:xfrm>
        </p:spPr>
        <p:txBody>
          <a:bodyPr rtlCol="0"/>
          <a:lstStyle/>
          <a:p>
            <a:pPr rtl="0"/>
            <a:r>
              <a:rPr lang="es-ES" dirty="0"/>
              <a:t>Tabla del análisis de varianza 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28DE37E5-5F6C-0C4C-AA85-EF844CD9A0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A52BEA90-E6BE-45F4-8D5D-C2E01FE3DBCB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50AD7EC-0D85-DC59-E90B-4CBBE8C1EE13}"/>
              </a:ext>
            </a:extLst>
          </p:cNvPr>
          <p:cNvSpPr txBox="1"/>
          <p:nvPr/>
        </p:nvSpPr>
        <p:spPr>
          <a:xfrm>
            <a:off x="747253" y="1997839"/>
            <a:ext cx="10264876" cy="2862322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s-CR" dirty="0">
                <a:latin typeface="Courier New" panose="02070309020205020404" pitchFamily="49" charset="0"/>
              </a:rPr>
              <a:t>## </a:t>
            </a:r>
            <a:r>
              <a:rPr lang="es-CR" dirty="0" err="1">
                <a:latin typeface="Courier New" panose="02070309020205020404" pitchFamily="49" charset="0"/>
              </a:rPr>
              <a:t>Analysis</a:t>
            </a:r>
            <a:r>
              <a:rPr lang="es-CR" dirty="0">
                <a:latin typeface="Courier New" panose="02070309020205020404" pitchFamily="49" charset="0"/>
              </a:rPr>
              <a:t> </a:t>
            </a:r>
            <a:r>
              <a:rPr lang="es-CR" dirty="0" err="1">
                <a:latin typeface="Courier New" panose="02070309020205020404" pitchFamily="49" charset="0"/>
              </a:rPr>
              <a:t>of</a:t>
            </a:r>
            <a:r>
              <a:rPr lang="es-CR" dirty="0">
                <a:latin typeface="Courier New" panose="02070309020205020404" pitchFamily="49" charset="0"/>
              </a:rPr>
              <a:t> </a:t>
            </a:r>
            <a:r>
              <a:rPr lang="es-CR" dirty="0" err="1">
                <a:latin typeface="Courier New" panose="02070309020205020404" pitchFamily="49" charset="0"/>
              </a:rPr>
              <a:t>Variance</a:t>
            </a:r>
            <a:r>
              <a:rPr lang="es-CR" dirty="0">
                <a:latin typeface="Courier New" panose="02070309020205020404" pitchFamily="49" charset="0"/>
              </a:rPr>
              <a:t> Table</a:t>
            </a:r>
          </a:p>
          <a:p>
            <a:pPr>
              <a:buNone/>
            </a:pPr>
            <a:r>
              <a:rPr lang="es-CR" dirty="0">
                <a:latin typeface="Courier New" panose="02070309020205020404" pitchFamily="49" charset="0"/>
              </a:rPr>
              <a:t>## </a:t>
            </a:r>
          </a:p>
          <a:p>
            <a:pPr>
              <a:buNone/>
            </a:pPr>
            <a:r>
              <a:rPr lang="es-CR" dirty="0">
                <a:latin typeface="Courier New" panose="02070309020205020404" pitchFamily="49" charset="0"/>
              </a:rPr>
              <a:t>## Response: incremento</a:t>
            </a:r>
          </a:p>
          <a:p>
            <a:pPr>
              <a:buNone/>
            </a:pPr>
            <a:r>
              <a:rPr lang="es-CR" dirty="0">
                <a:latin typeface="Courier New" panose="02070309020205020404" pitchFamily="49" charset="0"/>
              </a:rPr>
              <a:t>##             </a:t>
            </a:r>
            <a:r>
              <a:rPr lang="es-CR" dirty="0" err="1">
                <a:latin typeface="Courier New" panose="02070309020205020404" pitchFamily="49" charset="0"/>
              </a:rPr>
              <a:t>Df</a:t>
            </a:r>
            <a:r>
              <a:rPr lang="es-CR" dirty="0">
                <a:latin typeface="Courier New" panose="02070309020205020404" pitchFamily="49" charset="0"/>
              </a:rPr>
              <a:t> Sum </a:t>
            </a:r>
            <a:r>
              <a:rPr lang="es-CR" dirty="0" err="1">
                <a:latin typeface="Courier New" panose="02070309020205020404" pitchFamily="49" charset="0"/>
              </a:rPr>
              <a:t>Sq</a:t>
            </a:r>
            <a:r>
              <a:rPr lang="es-CR" dirty="0">
                <a:latin typeface="Courier New" panose="02070309020205020404" pitchFamily="49" charset="0"/>
              </a:rPr>
              <a:t> Mean </a:t>
            </a:r>
            <a:r>
              <a:rPr lang="es-CR" dirty="0" err="1">
                <a:latin typeface="Courier New" panose="02070309020205020404" pitchFamily="49" charset="0"/>
              </a:rPr>
              <a:t>Sq</a:t>
            </a:r>
            <a:r>
              <a:rPr lang="es-CR" dirty="0">
                <a:latin typeface="Courier New" panose="02070309020205020404" pitchFamily="49" charset="0"/>
              </a:rPr>
              <a:t> F </a:t>
            </a:r>
            <a:r>
              <a:rPr lang="es-CR" dirty="0" err="1">
                <a:latin typeface="Courier New" panose="02070309020205020404" pitchFamily="49" charset="0"/>
              </a:rPr>
              <a:t>value</a:t>
            </a:r>
            <a:r>
              <a:rPr lang="es-CR" dirty="0">
                <a:latin typeface="Courier New" panose="02070309020205020404" pitchFamily="49" charset="0"/>
              </a:rPr>
              <a:t>   Pr(&gt;F)   </a:t>
            </a:r>
          </a:p>
          <a:p>
            <a:pPr>
              <a:buNone/>
            </a:pPr>
            <a:r>
              <a:rPr lang="es-CR" dirty="0">
                <a:latin typeface="Courier New" panose="02070309020205020404" pitchFamily="49" charset="0"/>
              </a:rPr>
              <a:t>## bloque       4 2.4387 0.60967  5.1920 0.004232 **</a:t>
            </a:r>
          </a:p>
          <a:p>
            <a:pPr>
              <a:buNone/>
            </a:pPr>
            <a:r>
              <a:rPr lang="es-CR" dirty="0">
                <a:latin typeface="Courier New" panose="02070309020205020404" pitchFamily="49" charset="0"/>
              </a:rPr>
              <a:t>## </a:t>
            </a:r>
            <a:r>
              <a:rPr lang="es-CR" b="1" dirty="0">
                <a:latin typeface="Courier New" panose="02070309020205020404" pitchFamily="49" charset="0"/>
              </a:rPr>
              <a:t>harina       1 0.2430 0.24300  2.0694 0.164354   </a:t>
            </a:r>
          </a:p>
          <a:p>
            <a:pPr>
              <a:buNone/>
            </a:pPr>
            <a:r>
              <a:rPr lang="es-CR" b="1" dirty="0">
                <a:latin typeface="Courier New" panose="02070309020205020404" pitchFamily="49" charset="0"/>
              </a:rPr>
              <a:t>## fermentador  2 0.4820 0.24100  2.0524 0.152311   </a:t>
            </a:r>
          </a:p>
          <a:p>
            <a:pPr>
              <a:buNone/>
            </a:pPr>
            <a:r>
              <a:rPr lang="es-CR" dirty="0">
                <a:latin typeface="Courier New" panose="02070309020205020404" pitchFamily="49" charset="0"/>
              </a:rPr>
              <a:t>## </a:t>
            </a:r>
            <a:r>
              <a:rPr lang="es-CR" dirty="0" err="1">
                <a:latin typeface="Courier New" panose="02070309020205020404" pitchFamily="49" charset="0"/>
              </a:rPr>
              <a:t>Residuals</a:t>
            </a:r>
            <a:r>
              <a:rPr lang="es-CR" dirty="0">
                <a:latin typeface="Courier New" panose="02070309020205020404" pitchFamily="49" charset="0"/>
              </a:rPr>
              <a:t>   22 2.5833 0.11742                    </a:t>
            </a:r>
          </a:p>
          <a:p>
            <a:pPr>
              <a:buNone/>
            </a:pPr>
            <a:r>
              <a:rPr lang="es-CR" dirty="0">
                <a:latin typeface="Courier New" panose="02070309020205020404" pitchFamily="49" charset="0"/>
              </a:rPr>
              <a:t>## ---</a:t>
            </a:r>
          </a:p>
          <a:p>
            <a:pPr>
              <a:buNone/>
            </a:pPr>
            <a:r>
              <a:rPr lang="es-CR" dirty="0">
                <a:latin typeface="Courier New" panose="02070309020205020404" pitchFamily="49" charset="0"/>
              </a:rPr>
              <a:t>## </a:t>
            </a:r>
            <a:r>
              <a:rPr lang="es-CR" dirty="0" err="1">
                <a:latin typeface="Courier New" panose="02070309020205020404" pitchFamily="49" charset="0"/>
              </a:rPr>
              <a:t>Signif</a:t>
            </a:r>
            <a:r>
              <a:rPr lang="es-CR" dirty="0">
                <a:latin typeface="Courier New" panose="02070309020205020404" pitchFamily="49" charset="0"/>
              </a:rPr>
              <a:t>. </a:t>
            </a:r>
            <a:r>
              <a:rPr lang="es-CR" dirty="0" err="1">
                <a:latin typeface="Courier New" panose="02070309020205020404" pitchFamily="49" charset="0"/>
              </a:rPr>
              <a:t>codes</a:t>
            </a:r>
            <a:r>
              <a:rPr lang="es-CR" dirty="0">
                <a:latin typeface="Courier New" panose="02070309020205020404" pitchFamily="49" charset="0"/>
              </a:rPr>
              <a:t>:  0 '***' 0.001 '**' 0.01 '*' 0.05 '.' 0.1 ' ' 1</a:t>
            </a:r>
          </a:p>
        </p:txBody>
      </p:sp>
    </p:spTree>
    <p:extLst>
      <p:ext uri="{BB962C8B-B14F-4D97-AF65-F5344CB8AC3E}">
        <p14:creationId xmlns:p14="http://schemas.microsoft.com/office/powerpoint/2010/main" val="2996136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posición de imagen 8" descr="Probetas con relleno sólido">
            <a:extLst>
              <a:ext uri="{FF2B5EF4-FFF2-40B4-BE49-F238E27FC236}">
                <a16:creationId xmlns:a16="http://schemas.microsoft.com/office/drawing/2014/main" id="{01473209-482A-93DD-9D34-35C1612AE10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912" b="21912"/>
          <a:stretch>
            <a:fillRect/>
          </a:stretch>
        </p:blipFill>
        <p:spPr>
          <a:xfrm>
            <a:off x="294969" y="4432942"/>
            <a:ext cx="2266432" cy="1273276"/>
          </a:xfr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069844-F38A-6249-8059-10D6DABA4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es-MX" dirty="0"/>
              <a:t> Aunque el efecto del tipo de harina no fue estadísticamente significativo (p=0.1644) y (p = 0.1523 ), la potencia</a:t>
            </a:r>
          </a:p>
          <a:p>
            <a:pPr rtl="0"/>
            <a:r>
              <a:rPr lang="es-MX" dirty="0"/>
              <a:t> estadística estimada para este factor fue baja (1−β=0.28). Esto indica que el experimento tenía</a:t>
            </a:r>
          </a:p>
          <a:p>
            <a:pPr rtl="0"/>
            <a:r>
              <a:rPr lang="es-MX" dirty="0"/>
              <a:t> una capacidad limitada para detectar diferencias entre harinas. Por lo tanto, no se puede concluir con fuerza que el tipo de</a:t>
            </a:r>
          </a:p>
          <a:p>
            <a:pPr rtl="0"/>
            <a:r>
              <a:rPr lang="es-MX" dirty="0"/>
              <a:t> harina no afecta el incremento; únicamente se concluye que, con la muestra disponible, no se encontró evidencia suficiente </a:t>
            </a:r>
          </a:p>
          <a:p>
            <a:pPr rtl="0"/>
            <a:r>
              <a:rPr lang="es-MX" dirty="0"/>
              <a:t> de un efecto significativo.</a:t>
            </a:r>
            <a:endParaRPr lang="es-E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0B6EDD4-3B90-4849-821B-D1A8043A2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Resultados </a:t>
            </a:r>
          </a:p>
        </p:txBody>
      </p:sp>
      <p:sp>
        <p:nvSpPr>
          <p:cNvPr id="5" name="Cuadro de texto 4">
            <a:extLst>
              <a:ext uri="{FF2B5EF4-FFF2-40B4-BE49-F238E27FC236}">
                <a16:creationId xmlns:a16="http://schemas.microsoft.com/office/drawing/2014/main" id="{A4BD5112-1E64-6149-A12E-E099AAA8B5F7}"/>
              </a:ext>
            </a:extLst>
          </p:cNvPr>
          <p:cNvSpPr txBox="1"/>
          <p:nvPr/>
        </p:nvSpPr>
        <p:spPr>
          <a:xfrm>
            <a:off x="3283974" y="5042118"/>
            <a:ext cx="7991168" cy="18158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 rtl="0"/>
            <a:r>
              <a:rPr lang="es-MX" sz="28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estos datos y este tamaño de muestra, no se encontró evidencia estadísticamente suficiente para afirmar que el tipo de harina afecta el incremento</a:t>
            </a:r>
            <a:endParaRPr lang="es-ES" sz="2800" b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264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 descr="Niebla en un bosque de invierno helado&#10;">
            <a:extLst>
              <a:ext uri="{FF2B5EF4-FFF2-40B4-BE49-F238E27FC236}">
                <a16:creationId xmlns:a16="http://schemas.microsoft.com/office/drawing/2014/main" id="{36A25C47-2B04-5343-B7CC-81DD928F0105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"/>
            <a:ext cx="12192000" cy="6858000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7F36EEF6-BB09-2642-A1B4-CF98A190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017" y="3133347"/>
            <a:ext cx="10541219" cy="3837723"/>
          </a:xfrm>
        </p:spPr>
        <p:txBody>
          <a:bodyPr rtlCol="0"/>
          <a:lstStyle/>
          <a:p>
            <a:r>
              <a:rPr lang="es-MX" dirty="0"/>
              <a:t>EFECTO DEL TIPO DE HARINA Y EL ENDULZANTE ACTIVADOR DE LA LEVADURA SOBRE EL CRECIMIENTO DE LA MASA PARA PAN </a:t>
            </a:r>
            <a:br>
              <a:rPr lang="es-MX" dirty="0"/>
            </a:br>
            <a:br>
              <a:rPr lang="es-MX" dirty="0"/>
            </a:b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dirty="0"/>
              <a:t>Gustavo Jiménez Hidalgo</a:t>
            </a:r>
            <a:br>
              <a:rPr lang="es-MX" dirty="0"/>
            </a:br>
            <a:r>
              <a:rPr lang="es-MX" dirty="0">
                <a:hlinkClick r:id="rId4"/>
              </a:rPr>
              <a:t>gustavo.jimenezhidalgo@ucr.ac.cr</a:t>
            </a:r>
            <a:r>
              <a:rPr lang="es-MX" dirty="0"/>
              <a:t> </a:t>
            </a:r>
            <a:br>
              <a:rPr lang="es-MX" dirty="0"/>
            </a:br>
            <a:r>
              <a:rPr lang="es-MX" sz="1600" dirty="0"/>
              <a:t>XS3150 DISEÑO DE EXPERIMENTOS</a:t>
            </a: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24655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16">
      <a:dk1>
        <a:srgbClr val="000000"/>
      </a:dk1>
      <a:lt1>
        <a:srgbClr val="FFFFFF"/>
      </a:lt1>
      <a:dk2>
        <a:srgbClr val="574512"/>
      </a:dk2>
      <a:lt2>
        <a:srgbClr val="6C3C0D"/>
      </a:lt2>
      <a:accent1>
        <a:srgbClr val="DDDDDD"/>
      </a:accent1>
      <a:accent2>
        <a:srgbClr val="616A78"/>
      </a:accent2>
      <a:accent3>
        <a:srgbClr val="B18A2C"/>
      </a:accent3>
      <a:accent4>
        <a:srgbClr val="D87C1B"/>
      </a:accent4>
      <a:accent5>
        <a:srgbClr val="2E515E"/>
      </a:accent5>
      <a:accent6>
        <a:srgbClr val="1D7CB8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5244651_TF33940113_Win32" id="{B54B40A0-6364-4FDD-9CA6-7DFFA105238D}" vid="{51277FD7-D74C-435F-96EC-98E43C66438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aserción de pruebas</Template>
  <TotalTime>172</TotalTime>
  <Words>492</Words>
  <Application>Microsoft Office PowerPoint</Application>
  <PresentationFormat>Panorámica</PresentationFormat>
  <Paragraphs>75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Courier New</vt:lpstr>
      <vt:lpstr>Tema de Office</vt:lpstr>
      <vt:lpstr>EFECTO DEL TIPO DE HARINA Y EL ENDULZANTE ACTIVADOR DE LA LEVADURA SOBRE EL CRECIMIENTO DE LA MASA PARA PAN </vt:lpstr>
      <vt:lpstr>Presentación</vt:lpstr>
      <vt:lpstr>Factor de diseño y objetivo de investigación </vt:lpstr>
      <vt:lpstr>Metodología</vt:lpstr>
      <vt:lpstr>Metodología estadística </vt:lpstr>
      <vt:lpstr>Organización del análisis de los datos </vt:lpstr>
      <vt:lpstr>Resultados  Comprobación de los supuestos del ANOVA </vt:lpstr>
      <vt:lpstr>Tabla del análisis de varianza </vt:lpstr>
      <vt:lpstr>Resultados </vt:lpstr>
      <vt:lpstr>EFECTO DEL TIPO DE HARINA Y EL ENDULZANTE ACTIVADOR DE LA LEVADURA SOBRE EL CRECIMIENTO DE LA MASA PARA PAN      Gustavo Jiménez Hidalgo gustavo.jimenezhidalgo@ucr.ac.cr  XS3150 DISEÑO DE EXPERIMENTOS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Jimenez Hidalgo</dc:creator>
  <cp:lastModifiedBy>Gustavo Jimenez Hidalgo</cp:lastModifiedBy>
  <cp:revision>3</cp:revision>
  <dcterms:created xsi:type="dcterms:W3CDTF">2026-07-09T04:36:22Z</dcterms:created>
  <dcterms:modified xsi:type="dcterms:W3CDTF">2026-07-09T17:21:31Z</dcterms:modified>
</cp:coreProperties>
</file>